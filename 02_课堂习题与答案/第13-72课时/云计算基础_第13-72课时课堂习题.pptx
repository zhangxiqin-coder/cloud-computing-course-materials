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云计算基础 第13-72课时 课堂习题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微软雅黑"/>
              </a:rPr>
              <a:t>共60课时 · 每课时12题（6选择+4判断+2填空）· 合计720题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BDEFB"/>
                </a:solidFill>
                <a:latin typeface="微软雅黑"/>
              </a:rPr>
              <a:t>教材：《云计算基础技术与应用（第2版）（微课版）》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目录 · 第二单元 云安全与云市场（课时13-24）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第13课时  云计算安全概述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第14课时  密码学基础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第15课时  对称加密算法（DES与AES）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第16课时  非对称加密算法（RSA）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第17课时  哈希算法与数字签名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第18课时  数字证书与PKI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第19课时  SSL/TLS与HTTPS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第20课时  云安全防护技术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第21课时  云计算市场概述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第22课时  主流云服务厂商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第23课时  企业上云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第24课时  云计算行业应用与第二单元复习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目录 · 第三单元 云网络与云数据库（课时25-36）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第25课时  计算机网络概述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第26课时  TCP/IP协议体系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第27课时  IP地址与子网掩码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第28课时  传输层协议：TCP与UDP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第29课时  应用层协议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第30课时  网络设备与第七章复习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第31课时  数据库基础概念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第32课时  关系型数据库与表结构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第33课时  SQL语言入门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第34课时  SQL查询进阶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第35课时  数据库设计与云数据库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第36课时  数据库安全与第三单元复习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目录 · 第四单元 虚拟化与Linux（课时37-48）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第37课时  虚拟化技术概述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第38课时  虚拟化原理与Hypervisor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第39课时  VMware虚拟化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第40课时  KVM虚拟化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第41课时  容器技术Docker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第42课时  虚拟化网络与存储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第43课时  虚拟化与云计算关系 + 第九章复习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第44课时  Linux操作系统概述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第45课时  Linux文件系统与目录结构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第46课时  Linux常用命令（一）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第47课时  Linux常用命令（二）与用户管理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第48课时  Linux在云计算中的应用 + 第四单元复习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目录 · 第五单元 Web服务与公有云（课时49-60）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第49课时  Web服务概述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第50课时  HTTP协议详解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第51课时  Web服务器Apache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第52课时  Web服务器Nginx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第53课时  Web应用与动态网站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第54课时  Web安全与CDN + 第十一章复习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第55课时  公有云平台概述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第56课时  阿里云实践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第57课时  腾讯云实践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第58课时  AWS云服务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第59课时  云服务选型与对比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第60课时  公有云安全与合规 + 第五单元复习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目录 · 第六单元 私有云与综合复习（课时61-72）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第61课时  私有云概述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第62课时  OpenStack架构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第63课时  OpenStack核心组件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第64课时  私有云部署与应用 + 第十三章复习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第65课时  综合复习一：云计算基础与安全（第1-6章）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第66课时  综合复习二：网络与数据库（第7-8章）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第67课时  综合复习三：虚拟化与Linux（第9-10章）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第68课时  综合复习四：Web服务与云平台（第11-13章）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第69课时  模拟考试（上）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第70课时  模拟考试（下）与讲评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第71课时  期末考试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第72课时  试卷讲评与课程总结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云计算安全概述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第13课时 云计算安全概述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信息安全三要素CIA中，C代表什么？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完整性        B. 机密性        C. 可用性        D. 可控性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以下哪个场景属于机密性被破坏？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网站无法访问        B. 文件被别人偷偷看了        C. 文件被篡改了内容        D. 服务器断电了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以下哪个场景属于可用性被破坏？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网站被DDoS攻击导致无法访问        B. 密码被泄露        C. 文件内容被修改        D. 数据被加密勒索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云安全责任共担模型中，云厂商负责什么？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用户数据的安全        B. 用户应用的代码安全        C. 基础设施的安全        D. 用户密码的管理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云安全责任共担模型可以用什么生活场景类比？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买房        B. 租房        C. 住酒店        D. 露营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以下哪个不是云计算面临的独特安全挑战？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多租户数据隔离        B. 数据存储在第三方        C. API接口风险        D. 键盘进水损坏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第13课时 云计算安全概述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信息安全三要素中的I代表Integrity，即完整性。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在云安全责任共担模型中，用户不需要负责任何安全工作。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多租户是云计算的独特安全挑战之一。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云计算安全只需要关注技术手段，不需要关注管理和法律。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信息安全三要素缩写为____，分别代表机密性、完整性、可用性。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云安全____模型是指云厂商和用户各负责一部分安全工作。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密码学基础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第14课时 密码学基础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未经加密的原始数据称为？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密文        B. 明文        C. 密钥        D. 哈希值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将明文变为密文的过程称为？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解密        B. 加密        C. 哈希        D. 签名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凯撒密码属于哪种密码？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现代密码        B. 对称加密        C. 古典密码        D. 非对称加密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密钥的作用是什么？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加快加密速度        B. 控制加密和解密的参数        C. 存储数据        D. 传输数据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以下哪个是古典密码的典型方法？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AES        B. RSA        C. 替换密码        D. SHA-256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现代密码学与古典密码学的主要区别是？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现代密码用电脑        B. 现代密码基于数学难题，密钥而非算法保密        C. 古典密码更安全        D. 现代密码不需要密钥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第14课时 密码学基础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密文是经过加密处理后的数据。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凯撒密码的安全性很高，现代仍然广泛使用。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加密和解密使用的是相同的算法，但可能使用不同的密钥。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密码学中的"密码"和平时登录账号的"密码"是同一个概念。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加密过程：____ + 加密算法 + 密钥 = 密文。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凯撒密码是一种____密码（填两个字，指古代的密码类型）。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对称加密算法（DES与AES）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第15课时 对称加密算法（DES与AES）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对称加密的特点是？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加密和解密使用不同密钥        B. 加密和解密使用相同密钥        C. 不需要密钥        D. 使用公钥加密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DES算法的密钥长度是多少位？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56位        B. 128位        C. 256位        D. 64位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以下哪个算法是对称加密算法？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RSA        B. AES        C. SHA-256        D. MD5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AES相比DES的优势是？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速度更慢        B. 密钥更长更安全        C. 不需要密钥        D. 只能加密小文件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对称加密的主要缺点是？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速度太慢        B. 密钥分发困难        C. 加密结果太长        D. 不支持大数据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以下哪个生活场景可以类比对称加密？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一把钥匙锁箱子和开箱子        B. 信箱投信口和取信口        C. 公告栏贴通知        D. 身份证验证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第15课时 对称加密算法（DES与AES）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DES算法由于密钥太短，目前已不推荐使用。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对称加密的加解密速度通常比非对称加密快。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AES是目前广泛使用的对称加密标准。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对称加密中，通信双方各自使用不同的密钥。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对称加密中，加密和解密使用____的密钥。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目前广泛使用的对称加密标准是____（填三个字母）。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非对称加密算法（RSA）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第16课时 非对称加密算法（RSA）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非对称加密使用几个密钥？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0个        B. 1个        C. 2个        D. 4个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在非对称加密中，公钥的作用是？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解密        B. 加密        C. 签名        D. 删除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以下哪个是非对称加密算法？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AES        B. DES        C. RSA        D. MD5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非对称加密解决了对称加密的什么问题？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速度太慢        B. 密钥分发困难        C. 加密不够安全        D. 不支持大文件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RSA算法的安全性基于什么数学难题？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大整数分解困难        B. 线性方程求解        C. 排序问题        D. 图论问题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以下哪个生活场景可以类比非对称加密？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一把钥匙锁开箱子        B. 信箱：投信口公开，取信钥匙私有        C. 公告栏贴通知        D. 对讲机通话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第16课时 非对称加密算法（RSA）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非对称加密中，公钥可以公开给任何人。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非对称加密的加解密速度比对称加密快。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RSA算法可以同时用于加密和数字签名。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非对称加密中，公钥和私钥是相同的。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非对称加密使用一对密钥：____钥和私钥。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RSA算法的安全性基于大整数____难题。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哈希算法与数字签名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第17课时 哈希算法与数字签名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哈希算法的特点是？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可逆的        B. 不可逆的（单向）        C. 需要密钥        D. 产生不同长度输出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以下哪个是哈希算法？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AES        B. RSA        C. SHA-256        D. DES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MD5算法的输出长度是多少位？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64位        B. 128位        C. 256位        D. 512位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数字签名的作用是？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验证身份和防篡改        C. 压缩文件        D. 传输数据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数字签名使用什么密钥进行签名？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公钥        B. 私钥        C. 对称密钥        D. 不需要密钥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哈希算法在密码存储中的应用是？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直接存储明文密码        B. 存储密码的哈希值        C. 加密密码后存储        D. 不存储任何信息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第17课时 哈希算法与数字签名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相同的输入经过同一哈希算法必定得到相同的输出。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可以从MD5哈希值反推出原始数据。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数字签名可以防止发送者否认发送过该消息。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MD5目前仍被推荐用于安全要求高的场景。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哈希算法是____的，无法从输出反推输入（填两个字）。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数字签名用____钥签名，用公钥验签。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数字证书与PKI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第18课时 数字证书与PKI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数字证书的作用是？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证明公钥属于特定实体        C. 压缩文件        D. 传输数据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CA机构的全称是？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计算机协会        B. 证书授权机构        C. 云计算联盟        D. 通信管理局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PKI的中文含义是？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公钥基础设施        B. 私钥基础设施        C. 密钥管理接口        D. 平台密钥接口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数字证书中包含什么信息？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只有公钥        B. 只有私钥        C. 持有者信息+公钥+CA签名        D. 只有CA的地址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以下哪个是常见的证书格式？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.docx        B. .pem / .crt        C. .mp4        D. .zip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浏览器中显示"安全"锁标意味着什么？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网站没有病毒        B. 网站使用了有效的HTTPS证书        C. 网站速度很快        D. 网站内容真实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第18课时 数字证书与PKI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数字证书由网站自己签发，不需要第三方机构。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PKI是一套管理公钥和数字证书的体系。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数字证书有有效期，过期后需要更新。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数字证书可以证明网站的身份真实性。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数字证书由____机构签发（填两个字母）。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PKI的中文全称是公钥____。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第19课时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SSL/TLS与HTTPS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第19课时 SSL/TLS与HTTPS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HTTPS中的S代表什么？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Safe        B. Secure        C. SSL/TLS        D. Server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HTTPS使用的默认端口是？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80        B. 443        C. 8080        D. 22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SSL/TLS协议的主要作用是？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加速网页加载        B. 提供加密通信和身份验证        C. 压缩网页数据        D. 过滤广告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HTTPS握手过程中，浏览器首先做什么？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发送加密数据        B. 请求服务器的数字证书        C. 发送私钥        D. 发送密码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HTTP和HTTPS的主要区别是？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HTTPS更快        B. HTTPS加密传输数据        C. HTTP更安全        D. 两者完全相同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以下哪个不是HTTPS的优势？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数据加密传输        B. 防止中间人窃听        C. 提高网站加载速度        D. 验证网站身份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第19课时 SSL/TLS与HTTPS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HTTPS可以对传输的数据进行加密。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使用HTTPS的网站一定不会被盗号。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SSL和TLS是同一个协议的不同名称。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网站启用HTTPS需要安装SSL/TLS证书。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HTTPS = HTTP + ____/TLS。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HTTPS默认使用端口____。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云安全防护技术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第5章 云计算安全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第20课时 云安全防护技术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防火墙的主要功能是？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查杀病毒        B. 控制网络流量进出        C. 加密数据        D. 备份数据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IDS的全称是？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入侵检测系统        B. 入侵防御系统        C. 身份认证系统        D. 数据加密系统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IDS和IPS的区别是？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IDS只检测报警，IPS可以主动阻断        B. IDS比IPS更先进        C. IPS只检测不阻断        D. 两者完全相同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云环境中的访问控制主要管理什么？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服务器温度        B. 用户对资源的访问权限        C. 网络带宽        D. 存储容量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以下哪个不是云数据安全措施？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数据加密存储        B. 数据备份        C. 访问控制        D. 增加CPU频率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DDoS攻击的目的是？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窃取数据        B. 篡改网页        C. 使服务器过载无法服务        D. 加密文件勒索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第20课时 云安全防护技术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防火墙可以完全阻止所有网络攻击。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IPS可以主动阻断检测到的攻击行为。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云环境中的数据加密包括传输加密和存储加密。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多因素认证比单一密码认证更安全。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____墙是根据安全策略控制网络流量进出的安全设备。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IPS的全称是入侵____系统。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云计算市场概述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第6章 云计算市场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第21课时 云计算市场概述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全球云计算市场份额最大的厂商是？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阿里云        B. AWS        C. 腾讯云        D. 华为云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中国云计算市场份额最大的厂商是？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阿里云        B. AWS        C. 腾讯云        D. 华为云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以下哪个不是云计算的发展趋势？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混合云成为主流        B. AI与云融合        C. 云计算被淘汰        D. 边缘计算兴起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云计算对传统IT的主要影响是？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传统IT完全消失        B. 企业从买硬件转向租服务        C. 不再需要IT人员        D. 网络不再重要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以下哪个是云计算市场的特点？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市场规模萎缩        B. 头部厂商集中度高        C. 进入门槛极低        D. 完全垄断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边缘计算的核心思想是？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在云端处理所有数据        B. 在数据源头附近处理数据        C. 不需要计算        D. 只在终端处理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第21课时 云计算市场概述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AWS是全球最大的公有云服务商。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云计算市场规模正在持续增长。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混合云正在成为企业上云的主流选择。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边缘计算会完全取代云计算。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全球云计算市场份额最大的厂商是____（填三个字母）。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中国云计算市场份额最大的厂商是____云。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主流云服务厂商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第6章 云计算市场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第22课时 主流云服务厂商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AWS是哪个公司的云服务？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谷歌        B. 微软        C. 亚马逊        D. IBM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Azure是哪个公司的云服务？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谷歌        B. 微软        C. 亚马逊        D. 阿里巴巴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以下哪个是腾讯云的特色优势领域？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电商        B. 音视频和游戏        C. 企业管理        D. 操作系统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华为云的差异化优势主要在？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社交        B. 硬件能力和政企服务        C. 电商        D. 搜索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阿里云的旗舰产品ECS属于什么服务？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SaaS        B. PaaS        C. IaaS        D. DaaS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Google Cloud Platform (GCP)的优势领域是？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电商        B. AI和大数据        C. 游戏        D. 政务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第22课时 主流云服务厂商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AWS是最早提供大规模公有云服务的厂商。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阿里云只在中国市场运营。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不同的云厂商提供的IaaS/PaaS/SaaS服务本质上是类似的。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华为云在政企领域有较强的市场竞争力。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Azure是____公司的云服务平台。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阿里云的弹性计算服务英文缩写是____。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企业上云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第6章 云计算市场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第23课时 企业上云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企业上云的主要动机是？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跟风        B. 降低成本、提高灵活性        C. 淘汰所有IT人员        D. 不需要网络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云迁移中"重新托管"（Lift and Shift）是指？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重新开发应用        B. 直接把应用搬到云上不做修改        C. 修改应用架构        D. 放弃原有应用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企业上云面临的挑战不包括？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数据安全顾虑        B. 应用兼容性        C. 员工技能差距        D. 云厂商免费送服务器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以下哪种企业最适合使用混合云？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个人博客        B. 有敏感数据需自控+弹性需求的电商        C. 只有三台电脑的小店        D. 不用网络的企业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企业上云的一般步骤是？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评估-&gt;规划-&gt;迁移-&gt;优化        B. 直接迁移-&gt;评估-&gt;规划        C. 买服务器-&gt;装系统-&gt;上云        D. 迁移-&gt;规划-&gt;评估-&gt;丢弃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云迁移策略中"重构"是指？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不修改应用        B. 重新设计应用架构以充分利用云特性        C. 删除应用        D. 只改界面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第23课时 企业上云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企业上云后就不需要IT运维人员了。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所有企业都应该立即全面上云。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混合云可以让企业同时享受公有云的弹性和私有云的安全。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云迁移过程中数据可能面临安全风险。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企业上云最简单的迁移方式叫____迁移（把应用直接搬到云上不改）。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____云结合了公有云的弹性和私有云的安全性。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云计算行业应用与第二单元复习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第6章 云计算市场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第24课时 云计算行业应用与第二单元复习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以下哪个行业大量使用云计算？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电商        B. 医疗        C. 教育        D. 以上都是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在线教育平台使用云计算的主要好处是？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不需要老师        B. 弹性应对高峰流量（如开学季）        C. 不需要网络        D. 自动批改作业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信息安全三要素CIA中A代表什么？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认证        B. 授权        C. 可用性        D. 审计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以下哪个是复习题：对称加密和非对称加密的主要区别？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速度不同        B. 对称用同一密钥，非对称用公私钥对        C. 算法不同        D. 用途不同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复习题：以下哪个不属于PKI的组件？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CA机构        B. 数字证书        C. 证书吊销列表(CRL)        D. 杀毒软件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复习题：以下哪个不是云安全责任共担的原则？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云厂商负责基础设施安全        B. 用户负责数据安全        C. 用户负责物理服务器维护        D. 双方各负责一部分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第24课时 云计算行业应用与第二单元复习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复习：哈希算法是可逆的，可以从哈希值还原原始数据。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复习：HTTPS使用的默认端口是80。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复习：AWS是全球最大的公有云服务商。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复习：数字签名使用公钥签名，私钥验签。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复习：信息安全三要素是机密性、完整性、____性。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复习：防火墙控制网络流量____（两个字，指出和进）。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计算机网络概述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第25课时 计算机网络概述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计算机网络最基本的功能是？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数据通信和资源共享        B. 打游戏        C. 看视频        D. 打印文件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OSI参考模型共有几层？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9层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OSI模型中最高层是？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物理层        B. 网络层        C. 传输层        D. 应用层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以下哪个是局域网(LAN)？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Internet        B. 学校机房网络        C. 跨国公司专线        D. 5G移动网络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Internet属于哪种网络？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LAN        B. MAN        C. WAN        D. PAN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计算机网络在云计算中的作用是？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不重要        B. 云计算的基础，连接用户和云        C. 只用来上网        D. 可有可无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第25课时 计算机网络概述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OSI七层模型中最底层是物理层。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计算机网络按覆盖范围可分为局域网和广域网。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云计算服务完全不需要网络就能使用。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OSI模型中每层只与相邻层交互。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OSI参考模型共有____层。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学校机房的网络属于____域网（填一个字）。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TCP/IP协议体系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第26课时 TCP/IP协议体系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TCP/IP模型共有几层？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3层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TCP/IP模型中，IP协议工作在哪一层？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应用层        B. 传输层        C. 网络层        D. 网络接口层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以下哪个是应用层协议？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IP        B. TCP        C. HTTP        D. Ethernet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TCP/IP模型中传输层的主要协议有？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TCP和UDP        B. HTTP和DNS        C. IP和ARP        D. FTP和SMTP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OSI七层模型和TCP/IP四层模型的关系是？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完全不同        B. TCP/IP是OSI的简化版        C. OSI是TCP/IP的简化版        D. 两者完全相同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以下哪个协议不属于TCP/IP体系？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TCP        B. IP        C. HTTP        D. USB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第26课时 TCP/IP协议体系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TCP/IP是互联网事实上的标准协议。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TCP/IP模型中的应用层对应OSI的上三层。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IP协议是面向连接的可靠协议。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TCP/IP模型的网络接口层对应OSI的物理层和数据链路层。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TCP/IP模型共有____层。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IP协议工作在TCP/IP模型的____层。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IP地址与子网掩码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第27课时 IP地址与子网掩码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IPv4地址由多少位二进制数组成？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16位        B. 32位        C. 64位        D. 128位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IP地址192.168.1.100属于哪一类？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A类        B. B类        C. C类        D. D类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以下哪个是私有IP地址？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8.8.8.8        B. 192.168.1.1        C. 202.96.128.86        D. 114.114.114.114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IPv6相比IPv4的主要优势是？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速度更快        B. 地址空间更大        C. 更安全        D. 不需要网络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子网掩码的作用是？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区分IP地址中的网络部分和主机部分        C. 加速网络        D. 分配IP地址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默认情况下C类地址的子网掩码是？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255.0.0.0        B. 255.255.0.0        C. 255.255.255.0        D. 255.255.255.255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第27课时 IP地址与子网掩码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IPv4地址总共可以提供约43亿个唯一地址。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127.0.0.1是回环地址，用于本机测试。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私有IP地址可以在互联网上直接路由。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IPv6地址是128位二进制数。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IPv4地址由____位二进制数组成。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192.168.x.x是____IP地址（填两个字）。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传输层协议：TCP与UDP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第28课时 传输层协议：TCP与UDP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TCP协议的特点是？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面向连接、可靠传输        B. 无连接、不可靠        C. 只能传小数据        D. 不需要网络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UDP协议的特点是？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面向连接、可靠        B. 无连接、不可靠但快速        C. 只能传文本        D. 需要三次握手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TCP三次握手的目的是？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建立可靠连接        C. 传输数据        D. 关闭连接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以下哪个应用适合使用UDP？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网页浏览        B. 文件下载        C. 视频直播        D. 电子邮件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以下哪个应用适合使用TCP？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视频直播        B. 网页浏览(HTTP)        C. DNS查询        D. 在线游戏位置同步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TCP三次握手中第一次发送的标志位是？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SYN        B. ACK        C. FIN        D. RST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第28课时 传输层协议：TCP与UDP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TCP在传输数据前需要先建立连接。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UDP比TCP速度快，因为不需要建立连接。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TCP能保证数据按顺序到达且不丢失。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DNS查询既可以使用TCP也可以使用UDP。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TCP建立连接需要____次握手。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视频直播通常使用____协议传输（填三个字母）。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第29课时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应用层协议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第29课时 应用层协议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HTTP协议的默认端口是？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21        B. 22        C. 80        D. 443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DNS协议的主要功能是？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传输文件        B. 域名解析为IP地址        C. 发送邮件        D. 分配IP地址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FTP协议用于？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网页浏览        B. 文件传输        C. 邮件发送        D. 域名解析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DHCP协议的作用是？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解析域名        B. 自动分配IP地址        C. 传输文件        D. 发送邮件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以下哪个协议用于发送电子邮件？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HTTP        B. FTP        C. SMTP        D. DNS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用户在浏览器输入www.baidu.com后，首先发生什么？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直接连接服务器        B. DNS解析域名获取IP        C. 发送HTTP请求        D. 建立TCP连接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第29课时 应用层协议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DNS解析过程就是将域名转换为IP地址。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HTTP是无状态协议，不保存客户端状态。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SSH默认使用端口22。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DHCP可以自动为电脑分配IP地址，无需手动配置。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DNS将____解析为IP地址。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HTTP协议默认端口是____。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网络设备与第七章复习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第7章 计算机网络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第30课时 网络设备与第七章复习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交换机工作在OSI模型的哪一层？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物理层        B. 数据链路层        C. 网络层        D. 应用层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路由器工作在OSI模型的哪一层？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物理层        B. 数据链路层        C. 网络层        D. 应用层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交换机和路由器的主要区别是？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交换机用IP地址，路由器用MAC地址        B. 交换机用MAC地址在局域网内转发，路由器用IP地址连接不同网络        C. 没有区别        D. 路由器更快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复习：OSI模型共有几层？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9层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复习：TCP三次握手的目的是？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建立可靠连接        C. 传输文件        D. 关闭连接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复习：以下哪个是私有IP地址？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8.8.8.8        B. 10.0.0.1        C. 202.96.128.86        D. 114.114.114.114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第30课时 网络设备与第七章复习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复习：TCP是面向连接的可靠传输协议。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复习：DNS的作用是将域名解析为IP地址。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复习：UDP比TCP速度快但不可靠。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交换机可以连接不同的网络（如局域网和互联网）。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复习：____机基于MAC地址转发数据帧（填两个字）。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复习：____器基于IP地址在不同网络间转发数据包。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数据库基础概念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第31课时 数据库基础概念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数据库(DB)的本质是？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一个软件        B. 有组织地存储的数据集合        C. 一台服务器        D. 一个文件夹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DBMS的中文含义是？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数据库管理系统        B. 数据备份系统        C. 数据传输服务        D. 数据安全系统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以下哪个是关系型数据库？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MongoDB        B. Redis        C. MySQL        D. Cassandra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以下哪个是非关系型数据库(NoSQL)？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MySQL        B. Oracle        C. Redis        D. SQL Server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关系型数据库使用什么来组织数据？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文件夹        B. 二维表（行和列）        C. 树形结构        D. 图结构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以下哪个不是数据库的优点？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数据共享        B. 减少冗余        C. 数据一致性        D. 增加数据冗余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第31课时 数据库基础概念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Excel表格可以算作一种简单的数据库。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MySQL是关系型数据库管理系统。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NoSQL数据库完全取代了关系型数据库。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数据库管理系统(DBMS)是管理和操作数据库的软件。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DBMS的中文全称是数据库____系统。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关系型数据库用____表来组织数据（填两个字）。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关系型数据库与表结构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第32课时 关系型数据库与表结构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数据库表中的"行"代表什么？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字段        B. 一条记录        C. 数据类型        D. 表名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数据库表中的"列"代表什么？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一条记录        B. 一个字段(属性)        C. 主键        D. 外键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主键的作用是？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唯一标识表中的每一条记录        C. 排序数据        D. 压缩数据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外键的作用是？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加速查询        B. 建立表与表之间的关联关系        C. 加密数据        D. 压缩数据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学生表中学号适合作为什么？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外键        B. 主键        C. 普通字段        D. 索引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成绩表中的学号字段（引用学生表）属于什么？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主键        B. 外键        C. 唯一键        D. 普通字段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第32课时 关系型数据库与表结构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主键值可以重复。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一个表只能有一个主键。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外键用于建立表与表之间的关系。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表中的每条记录代表一个实体。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表中的____代表一条记录（填一个字）。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____键唯一标识表中的每条记录（填一个字）。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SQL语言入门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第33课时 SQL语言入门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SQL的全称是？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结构化查询语言        B. 简单查询语言        C. 标准查询逻辑        D. 系统查询库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以下哪个SQL语句用于查询数据？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INSERT        B. SELECT        C. UPDATE        D. DELETE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以下哪个SQL语句用于插入数据？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SELECT        B. INSERT        C. CREATE        D. DROP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CRUD操作中R代表什么？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Read(查询)        B. Replace(替换)        C. Run(运行)        D. Remove(删除)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以下SQL语句：SELECT * FROM students; 的含义是？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删除students表        B. 查询students表的所有记录        C. 创建students表        D. 修改students表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DELETE FROM students WHERE id=5; 的含义是？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删除整个表        B. 删除id=5的记录        C. 查询id=5的记录        D. 修改id=5的记录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第33课时 SQL语言入门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SQL语句不区分大小写。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SELECT语句可以配合WHERE条件筛选数据。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UPDATE语句可以修改表中已有的记录。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不带WHERE的DELETE会删除表中所有记录。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SQL的中文全称是____查询语言。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CRUD中的C代表____（填英文）。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SQL查询进阶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第34课时 SQL查询进阶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WHERE子句的作用是？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排序结果        B. 筛选满足条件的记录        C. 分组统计        D. 连接表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ORDER BY子句的作用是？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筛选记录        B. 对结果排序        C. 分组统计        D. 限制行数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GROUP BY子句的作用是？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排序        B. 筛选        C. 按字段分组统计        D. 连接表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以下哪个是聚合函数？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LEFT        B. COUNT        C. JOIN        D. WHERE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JOIN的作用是？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排序数据        B. 将多个表的数据连接查询        C. 分组统计        D. 删除数据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SELECT name, COUNT(*) FROM students GROUP BY class; 的含义是？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查询所有学生        B. 按班级分组统计每班学生数        C. 排序学生        D. 删除学生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第34课时 SQL查询进阶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ORDER BY默认是升序(ASC)排列。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COUNT(*)用于统计记录数量。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WHERE子句可以在聚合函数后使用（如WHERE COUNT(*)&gt;5）。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JOIN可以将学生表和成绩表通过学号关联查询。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SQL中用____ BY子句对查询结果排序。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统计记录数量用____(*)函数。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数据库设计与云数据库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第35课时 数据库设计与云数据库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E-R图中的E代表什么？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扩展        B. 实体        C. 关系        D. 加密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数据库设计的一般步骤是？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需求分析-&gt;概念设计-&gt;逻辑设计-&gt;物理设计        B. 直接建表        C. 先写SQL再设计        D. 先开发再设计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云数据库的优势是？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不需要网络        B. 自动备份、弹性扩展、免运维        C. 更不安全        D. 只能存小数据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以下哪个是云数据库产品？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本地MySQL        B. 阿里云RDS        C. Excel文件        D. txt文件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数据库设计中"规范化"的主要目的是？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增加数据冗余        B. 减少数据冗余和依赖        C. 加速查询        D. 加密数据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云数据库与传统自建数据库的主要区别是？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云数据库不需要SQL        B. 云数据库由云服务商托管运维        C. 云数据库更慢        D. 没有区别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第35课时 数据库设计与云数据库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E-R图是数据库概念设计的工具。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云数据库可以自动备份和恢复数据。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数据库设计不需要考虑未来扩展需求。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云数据库支持弹性扩展存储容量和计算资源。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E-R图中E代表____（填两个字）。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阿里云的云数据库服务叫____（填三个字母）。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数据库安全与第三单元复习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第8章 数据库基础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第36课时 数据库安全与第三单元复习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SQL注入攻击是指？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物理破坏服务器        B. 通过构造恶意SQL语句欺骗服务器执行        C. 窃取数据库密码        D. 删除数据库文件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防止SQL注入的有效方法是？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使用更复杂的密码        B. 使用参数化查询(预编译语句)        C. 关闭数据库        D. 不使用SQL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复习：TCP/IP模型有几层？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3层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复习：以下哪个是关系型数据库？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MongoDB        B. Redis        C. MySQL        D. Cassandra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复习：SELECT语句中用于条件筛选的是？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ORDER BY        B. GROUP BY        C. WHERE        D. JOIN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复习：HTTP默认端口是？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21        B. 22        C. 80        D. 443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第36课时 数据库安全与第三单元复习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复习：交换机工作在网络层。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复习：IPv4地址是32位二进制数。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SQL注入是常见的数据库安全威胁。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复习：主键可以重复。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复习：SQL注入可以通过____查询来防范（填三个字）。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复习：DNS将域名解析为____地址。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虚拟化技术概述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第37课时 虚拟化技术概述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虚拟化技术的核心思想是？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增加硬件数量        B. 将物理资源抽象为可分配的虚拟资源        C. 加速网络        D. 加密数据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虚拟化与云计算的关系是？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完全无关        B. 虚拟化是云计算的核心基础技术        C. 云计算是虚拟化的基础        D. 两者完全相同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一台物理机虚拟出多台虚拟机后，每台虚拟机可以？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共享同一IP        B. 独立运行不同的操作系统        C. 只能运行Linux        D. 不能联网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虚拟化的主要优势不包括？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提高资源利用率        B. 降低硬件成本        C. 提高散热效果        D. 方便备份迁移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服务器虚拟化后，一台物理机上运行多个虚拟机，这体现了？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资源池化        B. 数据加密        C. 网络加速        D. 存储压缩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以下哪个不是虚拟化的类型？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服务器虚拟化        B. 桌面虚拟化        C. 网络虚拟化        D. 空调虚拟化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第37课时 虚拟化技术概述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虚拟化技术可以在一台物理机上运行多个独立的虚拟机。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虚拟机和物理机一样可以安装操作系统和应用软件。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虚拟化技术可以减少物理服务器的数量，降低能耗。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虚拟化就是云计算，两者没有区别。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虚拟化技术的核心思想是将物理资源____为虚拟资源（填两个字）。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虚拟化是____计算的核心基础技术（填两个字）。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虚拟化原理与Hypervisor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第38课时 虚拟化原理与Hypervisor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Hypervisor也称为？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虚拟机监视器(VMM)        B. 操作系统        C. 数据库        D. 网络协议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Type 1 Hypervisor（裸金属型）直接运行在什么上？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操作系统上        B. 物理硬件上        C. 虚拟机内        D. 浏览器中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Type 2 Hypervisor（托管型）运行在什么上？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物理硬件上        B. 操作系统上        C. 虚拟机内        D. 路由器上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以下哪个是Type 1 Hypervisor？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VMware Workstation        B. VirtualBox        C. VMware ESXi        D. QEMU(非KVM)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虚拟机的组成部分包括？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只有CPU        B. 虚拟CPU、虚拟内存、虚拟磁盘、虚拟网卡        C. 只有硬盘        D. 只有网络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以下哪个是Type 2 Hypervisor？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VMware ESXi        B. Hyper-V(裸金属模式)        C. VMware Workstation        D. Xen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第38课时 虚拟化原理与Hypervisor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Hypervisor是创建和运行虚拟机的软件层。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Type 1 Hypervisor性能优于Type 2。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VMware Workstation属于裸金属型虚拟化。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一台物理机上的多个虚拟机共享物理CPU和内存。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Hypervisor也叫虚拟机____器（填两个字）。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Type ____型Hypervisor直接运行在物理硬件上（填数字）。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第39课时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VMware虚拟化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第39课时 VMware虚拟化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VMware Workstation属于哪种类型的虚拟化软件？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Type 1(裸金属)        B. Type 2(托管型)        C. 容器        D. 云平台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VMware ESXi主要用于？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个人电脑        B. 企业级服务器虚拟化        C. 手机        D. 路由器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创建虚拟机时需要指定什么？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CPU核数、内存大小、硬盘容量        B. 显示器品牌        C. 键盘颜色        D. 鼠标型号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VMware虚拟机的快照功能的作用是？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加速网络        B. 保存虚拟机某一时刻的状态，便于回退        C. 加密数据        D. 压缩文件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VMware Workstation和ESXi的主要区别是？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功能相同        B. Workstation是桌面级(Type 2)，ESXi是企业级(Type 1)        C. ESXi更便宜        D. Workstation更快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虚拟机的克隆功能可以？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删除虚拟机        B. 创建一个与原虚拟机相同的副本        C. 加速虚拟机        D. 压缩虚拟机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第39课时 VMware虚拟化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VMware Workstation可以在Windows上运行Linux虚拟机。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VMware ESXi需要先安装Windows才能使用。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虚拟机快照可以在系统崩溃后恢复到之前的状态。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虚拟机的配置创建后就不能修改了。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VMware ____是桌面级虚拟化软件（填英文）。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虚拟机____功能可以保存当前状态以便恢复（填两个字）。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KVM虚拟化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第40课时 KVM虚拟化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KVM是哪个操作系统内核中的虚拟化模块？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Windows        B. Linux        C. macOS        D. Android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KVM属于哪种类型的虚拟化？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Type 2        B. Type 1(内核级)        C. 容器        D. 模拟器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KVM通常与什么配合使用来管理虚拟机？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VMware        B. QEMU        C. Docker        D. Hyper-V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KVM在云计算中的典型应用是？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个人桌面        B. OpenStack等云平台的底层虚拟化        C. 手机应用        D. 路由器固件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以下哪个不是KVM的特点？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开源免费        B. 性能好(内核级)        C. 需要Windows系统        D. 与Linux内核集成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KVM虚拟化需要CPU支持什么技术？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超线程        B. 硬件虚拟化(Intel VT-x / AMD-V)        C. 多核        D. 超频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第40课时 KVM虚拟化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KVM是开源的虚拟化技术。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KVM和QEMU是同一个软件。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KVM需要硬件虚拟化支持才能运行。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KVM常用于开源云平台如OpenStack。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KVM是____内核中的虚拟化模块（填英文操作系统名）。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KVM通常与____配合管理虚拟机（填四个字母）。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容器技术Docker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第41课时 容器技术Docker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Docker容器与虚拟机的主要区别是？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容器更重        B. 容器共享宿主OS内核，无需独立操作系统        C. 容器不能运行应用        D. 容器需要Hypervisor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Docker的主要优势是？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启动慢        B. 轻量、快速、一致性好        C. 资源占用大        D. 只能在Linux运行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Docker镜像(Image)是什么？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运行中的程序        B. 创建容器的只读模板        C. 虚拟机        D. 操作系统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Docker容器(Container)是什么？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静态模板        B. 镜像的运行实例        C. 操作系统        D. 物理机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以下哪个不是容器的优势？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启动速度快        B. 资源占用少        C. 完全隔离(独立内核)        D. 环境一致性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Docker在云计算中的典型应用场景是？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替代操作系统        B. 微服务部署和CI/CD        C. 硬件维修        D. 网络布线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第41课时 容器技术Docker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Docker容器比虚拟机启动更快。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Docker容器每个都有独立的操作系统内核。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Docker镜像可以看作容器的模板。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容器的隔离性比虚拟机强。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Docker____是创建容器的只读模板（填两个字）。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Docker____是镜像的运行实例（填两个字）。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虚拟化网络与存储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第42课时 虚拟化网络与存储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虚拟交换机的作用是？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加速物理网络        B. 连接虚拟机之间的网络通信        C. 加密数据        D. 分配IP地址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虚拟网卡的类型不包括？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桥接模式(Bridged)        B. NAT模式        C. 仅主机模式(Host-only)        D. 蓝牙模式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NAT模式下虚拟机如何访问外网？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直接用物理网卡        B. 通过宿主机的NAT转发访问外网        C. 不能访问外网        D. 通过蓝牙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虚拟化存储技术VMDK是什么？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网络协议        B. 虚拟机磁盘文件格式        C. 数据库        D. 操作系统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桥接模式下虚拟机的网络特点是？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与宿主机共享IP        B. 虚拟机像物理机一样直接接入物理网络        C. 不能上网        D. 只能内网通信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存储虚拟化的好处是？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减少存储容量        B. 统一管理多个存储设备，提高利用率        C. 加速CPU        D. 降低网络安全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第42课时 虚拟化网络与存储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虚拟交换机是软件实现的交换机。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桥接模式下虚拟机可以获得与物理网络同网段的IP地址。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虚拟机的虚拟磁盘文件可以像普通文件一样复制和迁移。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NAT模式下虚拟机可以直接被外部网络访问。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虚拟____是连接虚拟机网络通信的软件设备（填两个字）。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____模式下虚拟机像物理机一样直接接入物理网络。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虚拟化与云计算关系 + 第九章复习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第9章 虚拟化基础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第43课时 虚拟化与云计算关系 + 第九章复习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虚拟化在云计算中的核心地位体现在？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虚拟化就是云计算        B. 虚拟化实现资源池化，是IaaS的基础        C. 虚拟化只用于桌面        D. 云计算不需要虚拟化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复习：Type 1 Hypervisor直接运行在什么上？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操作系统        B. 物理硬件        C. 虚拟机        D. 浏览器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复习：Docker容器与虚拟机的主要区别？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容器更重        B. 容器共享宿主OS内核        C. 容器需要独立OS        D. 没有区别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复习：VMware ESXi属于什么类型？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Type 2        B. Type 1        C. 容器        D. 操作系统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复习：KVM是哪个操作系统的内核模块？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Windows        B. macOS        C. Linux        D. Android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云计算IaaS层为用户提供的是？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完整的应用        B. 虚拟化的计算、存储、网络资源        C. 开发平台        D. 数据库服务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第43课时 虚拟化与云计算关系 + 第九章复习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复习：虚拟化技术可以在一台物理机上运行多个虚拟机。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复习：Docker容器比虚拟机启动更快。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复习：虚拟机快照可以保存状态便于恢复。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虚拟化技术只用于云计算，没有其他用途。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复习：虚拟化实现了资源____化，是IaaS的基础。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复习：Docker____是容器的运行实例模板（填两个字）。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Linux操作系统概述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第10章 Linux基础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第44课时 Linux操作系统概述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Linux操作系统的创始人是谁？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比尔·盖茨        B. 林纳斯·托瓦兹(Linus Torvalds)        C. 史蒂夫·乔布斯        D. 拉里·埃里森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Linux属于什么类型的软件？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商业闭源        B. 开源自由软件        C. 只能付费使用        D. 病毒软件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以下哪个是Linux的发行版？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Windows 10        B. macOS        C. Ubuntu        D. iOS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Linux在云计算中的重要地位体现在？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云服务器大多运行Linux        B. Linux是最快的操作系统        C. Linux不需要硬件        D. Linux只能用于手机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以下哪个不是Linux的特点？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开源免费        B. 稳定性好        C. 安全性高        D. 必须付费购买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Android(安卓)系统的底层基于什么？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Windows        B. Linux内核        C. macOS        D. iOS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第44课时 Linux操作系统概述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Linux操作系统是开源的。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CentOS和Ubuntu都是Linux的发行版。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Linux在服务器领域比Windows Server更普及。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Linux只能通过图形界面操作。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Linux的创始人是Linus____（填姓氏）。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云服务器大多运行____操作系统。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Linux文件系统与目录结构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第10章 Linux基础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第45课时 Linux文件系统与目录结构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Linux文件系统的根目录用什么表示？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C:\        B. /        C. \        D. root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Linux中用户的主目录(home)是？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/root        B. /home/用户名        C. /usr        D. /tmp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Linux中存放系统配置文件的目录是？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/etc        B. /home        C. /tmp        D. /var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Linux中"一切皆____"是其核心设计理念。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文件        B. 进程        C. 网络        D. 命令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/tmp目录的特点是？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永久存储        B. 临时文件目录，可能被自动清理        C. 系统配置        D. 用户数据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Linux中存放可执行程序的目录是？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/home        B. /etc        C. /usr/bin        D. /tmp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第45课时 Linux文件系统与目录结构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Linux的根目录是/而不是C:\。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Linux中"一切皆文件"意味着设备也可以用文件表示。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/etc目录存放用户个人文件。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Linux路径用正斜杠/分隔，Windows用反斜杠\分隔。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Linux根目录用____表示（填一个符号）。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Linux的核心设计理念是"一切皆____"。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Linux常用命令（一）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第10章 Linux基础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第46课时 Linux常用命令（一）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ls命令的作用是？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列出目录内容        B. 创建目录        C. 删除文件        D. 复制文件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cd命令的作用是？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复制文件        B. 切换当前工作目录        C. 创建文件        D. 查看文件内容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pwd命令的作用是？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修改密码        B. 显示当前工作目录的路径        C. 创建目录        D. 删除目录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mkdir命令的作用是？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创建文件        B. 创建目录        C. 删除目录        D. 移动文件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rm命令的作用是？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重命名文件        B. 删除文件或目录        C. 复制文件        D. 查看文件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cp命令的作用是？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移动文件        B. 复制文件或目录        C. 删除文件        D. 创建文件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第46课时 Linux常用命令（一）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ls -l可以以长格式显示文件详细信息。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rm -rf可以强制递归删除目录及其内容。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cd ..可以返回上一级目录。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mv命令既可以移动文件也可以重命名文件。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____命令列出目录内容（填两个字母）。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____命令切换当前工作目录（填两个字母）。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Linux常用命令（二）与用户管理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第10章 Linux基础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第47课时 Linux常用命令（二）与用户管理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chmod命令的作用是？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修改文件所有者        B. 修改文件权限        C. 创建用户        D. 查看文件内容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chown命令的作用是？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修改文件权限        B. 修改文件所有者        C. 创建目录        D. 删除用户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Linux文件权限rwx中r代表什么？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运行(run)        B. 读取(read)        C. 重命名(rename)        D. 删除(remove)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Linux中超级用户(root)的UID是？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0        B. 1        C. 100        D. 1000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useradd命令的作用是？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删除用户        B. 添加新用户        C. 修改密码        D. 查看用户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cat命令的作用是？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复制文件        B. 查看文件内容        C. 创建目录        D. 修改权限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第47课时 Linux常用命令（二）与用户管理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Linux中每个文件都有读(r)、写(w)、执行(x)三种权限。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root用户可以执行任何操作，不受权限限制。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chmod 755 file 将文件权限设为rwxr-xr-x。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passwd命令可以修改用户密码。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____命令修改文件权限（填五个字母）。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Linux超级用户是____（填四个字母）。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Linux在云计算中的应用 + 第四单元复习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第10章 Linux基础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第48课时 Linux在云计算中的应用 + 第四单元复习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Linux在云计算中的主要应用是？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只用于桌面        B. 作为云服务器的操作系统        C. 替代Windows        D. 只用于手机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复习：Hypervisor也称为？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虚拟机监视器(VMM)        B. 操作系统        C. 数据库        D. 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复习：Linux根目录是？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C:\        B. /        C. \        D. root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复习：ls命令的作用是？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创建目录        B. 列出目录内容        C. 删除文件        D. 切换目录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复习：Docker容器与虚拟机的主要区别？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容器共享宿主OS内核        B. 容器更重        C. 没有区别        D. 容器需要独立OS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以下哪个Linux命令可以查看文件内容？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ls        B. cd        C. cat        D. mkdir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第48课时 Linux在云计算中的应用 + 第四单元复习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复习：Linux是开源操作系统。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复习：虚拟化是云计算的核心基础技术。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复习：chmod命令修改文件所有者。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SSH是远程管理Linux服务器的常用协议。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复习：Linux根目录是____。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复习：虚拟化实现了资源____化。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第49课时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Web服务概述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第49课时 Web服务概述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Web服务基于什么模型？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P2P对等模型        B. 客户端-服务器(C/S)模型        C. 主从模型        D. 分布式模型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静态网页和动态网页的主要区别是？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静态网页更漂亮        B. 静态网页内容固定，动态网页内容根据请求生成        C. 动态网页有动画        D. 没有区别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以下哪个是Web服务器软件？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Chrome        B. Apache        C. MySQL        D. Windows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URL中https://www.example.com/page.html的域名部分是？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https        B. www.example.com        C. /page.html        D. com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Web服务在云计算中的作用是？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不重要        B. 云计算通过Web服务向用户提供界面和API        C. 只用于浏览网页        D. 可有可无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以下哪个是动态网站的技术？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HTML        B. CSS        C. PHP        D. JPEG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第49课时 Web服务概述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浏览器属于Web服务中的客户端。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静态网页的内容不会随用户或时间变化。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Apache和Nginx都是Web服务器软件。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动态网页一定比静态网页加载慢。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Web服务基于____-服务器模型（填两个字）。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网页内容固定不变的是____态网页（填一个字）。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HTTP协议详解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第50课时 HTTP协议详解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HTTP协议是无状态协议，"无状态"的含义是？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服务器没有状态        B. 服务器不保留客户端的请求状态        C. 不能传输数据        D. 没有连接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HTTP请求方法GET的作用是？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删除资源        B. 获取资源        C. 创建资源        D. 修改资源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HTTP请求方法POST的作用是？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获取数据        B. 向服务器提交数据        C. 删除数据        D. 重定向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HTTP状态码200表示什么？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服务器错误        B. 请求成功        C. 资源未找到        D. 重定向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HTTP状态码404表示什么？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请求成功        B. 资源未找到        C. 服务器内部错误        D. 未授权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HTTP状态码500表示什么？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请求成功        B. 资源未找到        C. 服务器内部错误        D. 重定向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第50课时 HTTP协议详解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HTTP是无状态协议。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GET请求可以通过URL传递参数。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HTTP状态码以5开头表示客户端错误。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HTTP请求由请求行、请求头、请求体组成。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HTTP请求方法____用于获取资源（填三个字母）。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HTTP状态码____表示资源未找到（填三个数字）。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Web服务器Apache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第51课时 Web服务器Apache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Apache HTTP Server是哪种软件？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浏览器        B. Web服务器        C. 数据库        D. 操作系统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Apache的配置文件通常是？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httpd.conf        B. config.txt        C. settings.json        D. web.xml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Apache的虚拟主机功能允许？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虚拟机管理        B. 一台服务器上托管多个网站        C. 网络虚拟化        D. 存储虚拟化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Apache的默认监听端口是？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22        B. 80        C. 443        D. 8080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Apache的主要特点不包括？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开源免费        B. 模块化设计        C. 跨平台        D. 只能运行在Windows上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LAMP架构中的A代表什么？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Android        B. Apache        C. AWS        D. Azure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第51课时 Web服务器Apache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Apache是开源的Web服务器软件。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Apache可以通过虚拟主机功能在一台服务器上运行多个网站。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Apache只能运行在Linux上。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LAMP架构中的MySQL可以用其他数据库替换。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LAMP中的A代表____。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Apache的默认端口是____。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Web服务器Nginx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第52课时 Web服务器Nginx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Nginx相比Apache的主要优势是？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功能更多        B. 高并发处理能力更强，资源占用少        C. 更安全        D. 更容易配置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反向代理的作用是？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加速客户端        B. 代理服务器接收请求后转发给后端服务器        C. 加密数据        D. 压缩网页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负载均衡的作用是？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将请求分发到多台服务器，避免单台过载        C. 压缩数据        D. 存储数据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Nginx常用于什么场景？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个人办公        B. 反向代理和负载均衡        C. 数据库管理        D. 图像处理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以下哪个是Nginx的特点？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线程驱动        B. 事件驱动、高并发        C. 只支持静态文件        D. 闭源付费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LNMP架构中的N代表什么？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Network        B. Nginx        C. Node.js        D. .NET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第52课时 Web服务器Nginx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Nginx在高并发场景下性能优于Apache。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反向代理可以隐藏后端真实服务器的IP地址。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负载均衡可以提高网站的可用性。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Nginx是闭源商业软件。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____代理是代理服务器接收请求后转发给后端服务器。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____均衡将请求分发到多台服务器避免过载。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Web应用与动态网站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第53课时 Web应用与动态网站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LAMP架构包括哪些组件？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Linux+Apache+MySQL+PHP        B. Linux+AWS+MongoDB+Python        C. Windows+Apache+MySQL+PHP        D. Linux+Android+MySQL+PHP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以下哪个是服务器端编程语言？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HTML        B. CSS        C. PHP        D. JavaScript(前端)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动态网站的"动态"主要指什么？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页面有动画效果        B. 内容根据用户请求实时生成        C. 页面会自动刷新        D. 页面有视频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以下哪个不是Web开发语言？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PHP        B. Python        C. Java        D. Photoshop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Cookie的作用是？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在客户端保存用户状态信息        C. 加速网页        D. 压缩文件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Session和Cookie的主要区别是？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没有区别        B. Cookie存在客户端，Session存在服务器端        C. Cookie更安全        D. Session更慢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第53课时 Web应用与动态网站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LAMP是常见的动态网站技术架构。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PHP代码在服务器端执行。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JavaScript只能在浏览器端运行。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Session比Cookie更安全，因为数据存在服务器端。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LAMP中M代表____（填数据库名）。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____保存在客户端浏览器中，用于维持会话状态。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Web安全与CDN + 第十一章复习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第11章 Web服务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第54课时 Web安全与CDN + 第十一章复习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CDN的全称是？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内容分发网络        B. 云数据网络        C. 内容压缩工具        D. 网络加速协议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CDN的主要作用是？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将内容缓存到全球节点，加速用户访问        C. 压缩文件        D. 防黑客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XSS攻击是指？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破坏服务器硬件        B. 在网页中注入恶意脚本代码        C. 窃取数据库        D. DDoS攻击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复习：HTTP默认端口是？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22        B. 80        C. 443        D. 8080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复习：Nginx的主要优势是？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功能最多        B. 高并发性能强        C. 更安全        D. 更简单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复习：HTTP状态码404表示？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请求成功        B. 资源未找到        C. 服务器错误        D. 重定向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第54课时 Web安全与CDN + 第十一章复习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CDN可以加速用户访问网站的速度。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复习：Apache和Nginx都是Web服务器软件。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复习：GET请求用于向服务器提交数据。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复习：LAMP架构中的P代表PHP。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CDN的中文全称是内容____网络。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复习：HTTP状态码____表示请求成功。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公有云平台概述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第55课时 公有云平台概述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公有云平台的核心特点是？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只对特定组织开放        B. 对公众开放，按需使用        C. 完全免费        D. 不需要网络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以下哪个不是公有云的服务类型？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IaaS        B. PaaS        C. SaaS        D. DaaS(桌面即服务常见但非NIST标准)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公有云相比私有云的主要优势是？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更安全        B. 成本低、弹性好、无需运维硬件        C. 更可控        D. 更合规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公有云的计费模式通常包括？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只能按年付费        B. 按量付费和包年包月        C. 完全免费        D. 按人收费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以下哪个是全球最大的公有云平台？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阿里云        B. AWS        C. 腾讯云        D. 华为云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公有云用户的数据安全性主要依靠？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用户自己加密        B. 云厂商的隔离和安全措施        C. 物理隔离        D. 不需要保护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第55课时 公有云平台概述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公有云对公众开放，任何人都可以注册使用。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公有云用户需要自己购买和维护物理服务器。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公有云支持弹性伸缩，可以根据需求增减资源。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公有云和私有云完全没有交集。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____云对公众开放，按需使用（填两个字）。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全球最大的公有云平台是____。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阿里云实践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第56课时 阿里云实践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阿里云ECS属于哪种云服务？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SaaS        B. PaaS        C. IaaS        D. DaaS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阿里云OSS是什么服务？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虚拟服务器        B. 对象存储        C. 数据库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阿里云RDS是什么服务？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虚拟服务器        B. 云数据库        C. 对象存储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阿里云OSS中存储的文件通过什么访问？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只能通过FTP        B. 通过URL/API访问        C. 只能通过U盘        D. 不能访问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阿里云在中国云计算市场的地位是？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第二        B. 第一        C. 第三        D. 不在前五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阿里云ECS创建后可以做什么？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只能浏览网页        B. 安装操作系统和软件、部署网站        C. 只能存储文件        D. 不能联网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第56课时 阿里云实践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阿里云ECS支持按量付费和包年包月两种计费方式。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阿里云OSS适合存储大量图片和视频文件。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阿里云RDS需要用户自己安装数据库软件。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阿里云ECS购买后不能更换操作系统。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阿里云的弹性计算服务缩写是____。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阿里云的对象存储服务缩写是____。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腾讯云实践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第57课时 腾讯云实践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腾讯云CVM对应阿里云的哪个产品？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OSS        B. ECS        C. RDS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腾讯云的特色优势领域是？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电商        B. 音视频和游戏        C. 政务        D. 硬件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腾讯云COS是什么服务？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虚拟服务器        B. 对象存储        C. 数据库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以下哪个是腾讯云的产品？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ECS        B. CVM        C. EC2        D. S3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阿里云ECS和腾讯云CVM的本质区别是？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功能完全不同        B. 本质相同，都是IaaS虚拟服务器        C. CVM更好        D. ECS更好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腾讯云在哪个领域有独特优势？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操作系统        B. 直播和即时通讯        C. 硬件芯片        D. 数据库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第57课时 腾讯云实践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腾讯云CVM和阿里云ECS都是IaaS服务。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腾讯云在游戏行业有较强的竞争力。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不同云厂商的同类产品(IaaS)功能本质类似。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腾讯云COS和阿里云OSS都是对象存储服务。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腾讯云的云服务器产品叫____。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腾讯云的特色优势领域是音视频和____。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AWS云服务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第58课时 AWS云服务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AWS是哪个公司的云服务？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谷歌        B. 微软        C. 亚马逊        D. IBM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AWS EC2对应阿里云的哪个产品？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OSS        B. ECS        C. RDS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AWS S3是什么服务？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虚拟服务器        B. 对象存储        C. 数据库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AWS RDS是什么服务？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虚拟服务器        B. 云数据库        C. 对象存储        D. CDN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AWS与国内云厂商的主要区别是？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AWS功能更多        B. AWS全球覆盖广，国内云在中国有本地化优势        C. AWS更便宜        D. 没有区别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AWS是全球第几个推出大规模公有云服务的厂商？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第一个        B. 第二个        C. 第三个        D. 不确定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第58课时 AWS云服务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AWS是全球最大的公有云服务商。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AWS EC2和阿里云ECS都是IaaS服务。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AWS在中国有本地区域(由光环新网和西云数据运营)。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AWS S3和阿里云OSS都是对象存储服务。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AWS是____公司的云服务（填两个字）。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AWS的虚拟服务器产品叫____（填三个字符）。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第59课时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云服务选型与对比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第59课时 云服务选型与对比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云服务选型时最重要的考量因素是？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价格最低        B. 满足业务需求并平衡成本、性能、安全        C. 品牌最大        D. 功能最多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个人小型网站适合选择什么云服务？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自建私有云        B. 公有云低配虚拟服务器        C. 混合云        D. 社区云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银行核心系统适合选择什么云？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公有云        B. 私有云        C. 社区云        D. 不用云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需要弹性应对流量高峰的电商适合？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纯私有云        B. 纯公有云        C. 混合云        D. 不用云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云迁移的一般流程是？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评估-&gt;规划-&gt;迁移-&gt;优化        B. 直接迁移        C. 先买硬件再迁移        D. 迁移-&gt;评估-&gt;规划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以下哪个不是云服务选型的考量因素？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成本        B. 性能        C. 安全合规        D. 服务器颜色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第59课时 云服务选型与对比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不同业务场景应选择不同的云服务方案。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价格是云服务选型的唯一标准。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混合云适合需要兼顾安全性和弹性的企业。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企业上云后不需要持续优化。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银行核心系统适合使用____云。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云选型需平衡成本、性能和____。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公有云安全与合规 + 第五单元复习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第12章 公有云平台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第60课时 公有云安全与合规 + 第五单元复习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云安全合规主要关注什么？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服务器速度        B. 数据保护法规遵从(如数据不出境)        C. 服务器颜色        D. 网页美观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复习：HTTP协议默认端口是？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22        B. 80        C. 443        D. 8080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复习：阿里云ECS属于什么服务？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SaaS        B. PaaS        C. IaaS        D. DaaS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复习：Nginx的主要用途是？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数据库        B. 反向代理和负载均衡        C. 操作系统        D. 杀毒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复习：CDN的作用是？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内容分发加速        C. 存储数据        D. 删除数据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中国的数据安全法规要求？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数据可以随意出境        B. 重要数据需在境内存储        C. 不需要遵守法规        D. 所有数据必须公开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第60课时 公有云安全与合规 + 第五单元复习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复习：LAMP架构包括Linux、Apache、MySQL、PHP。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复习：AWS是全球最大的公有云服务商。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公有云用户数据需遵守所在国家的数据保护法规。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复习：反向代理可以隐藏后端服务器IP。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复习：HTTP状态码404表示资源____。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复习：AWS的虚拟服务器叫____。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私有云概述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第13章 私有云平台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第61课时 私有云概述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私有云的主要特点是？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对公众开放        B. 仅供单一组织内部使用        C. 完全免费        D. 不需要网络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私有云相比公有云的主要优势是？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成本更低        B. 数据完全可控、安全性更高        C. 弹性更好        D. 更方便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以下哪个场景最适合使用私有云？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个人博客        B. 银行核心交易系统        C. 免费在线翻译        D. 公开视频网站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私有云的部署方式包括？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只能自建        B. 只能托管        C. 可自建也可托管        D. 必须用公有云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私有云的主要缺点是？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不安全        B. 建设成本高、弹性不如公有云        C. 速度慢        D. 不支持网络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学校机房搭建的仅供校内使用的云属于？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公有云        B. 私有云        C. 社区云        D. 混合云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第61课时 私有云概述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私有云仅供单一组织内部使用。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私有云的建设成本通常低于公有云。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私有云可以部署在企业自有机房或第三方数据中心。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私有云的弹性扩展能力通常优于公有云。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____云仅供单一组织内部使用（填两个字）。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私有云的主要优势是数据完全____。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OpenStack架构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第13章 私有云平台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第62课时 OpenStack架构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OpenStack是什么？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操作系统        B. 开源私有云管理平台        C. 数据库        D. 浏览器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OpenStack的授权方式是？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商业闭源        B. 开源(Apache 2.0许可)        C. 免费但不开源        D. 试用版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OpenStack在私有云中的地位是？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不重要        B. 最流行的开源私有云平台        C. 只用于公有云        D. 已被淘汰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OpenStack整体架构的特点是？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单一组件        B. 模块化、分布式架构        C. 不能扩展        D. 只能运行在Windows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OpenStack的底层虚拟化技术通常使用？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VMware Workstation        B. KVM        C. VirtualBox        D. Docker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以下哪个不是OpenStack的特点？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开源免费        B. 模块化设计        C. 只支持Windows        D. 可扩展性强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第62课时 OpenStack架构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OpenStack是开源的私有云管理平台。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OpenStack采用模块化架构，由多个组件协作。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OpenStack只能用于私有云，不能用于公有云。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OpenStack通常运行在Linux操作系统上。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____是最流行的开源私有云平台（填一个英文单词）。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OpenStack采用____化架构（填两个字）。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第63课时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OpenStack核心组件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第13章 私有云平台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第63课时 OpenStack核心组件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OpenStack中Nova组件负责什么？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网络        B. 计算(虚拟机管理)        C. 存储        D. 身份认证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OpenStack中Neutron组件负责什么？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网络(虚拟网络管理)        C. 存储        D. 镜像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OpenStack中Cinder组件负责什么？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网络        C. 块存储        D. 身份认证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OpenStack中Glance组件负责什么？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镜像(虚拟机镜像管理)        C. 网络        D. 存储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OpenStack中Keystone组件负责什么？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网络        C. 身份认证和授权        D. 存储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OpenStack中Swift组件负责什么？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对象存储        C. 网络        D. 身份认证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第63课时 OpenStack核心组件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Nova是OpenStack的计算组件。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Keystone负责OpenStack的身份认证。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OpenStack各组件之间通过API相互协作。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Cinder提供的是对象存储服务。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OpenStack中____组件负责计算（填四个字母）。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OpenStack中____组件负责身份认证（填八个字母）。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第64课时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私有云部署与应用 + 第十三章复习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第13章 私有云平台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第64课时 私有云部署与应用 + 第十三章复习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私有云部署的一般步骤是？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规划-&gt;准备环境-&gt;安装部署-&gt;测试验证        B. 直接安装        C. 先买硬件再说        D. 不需要规划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复习：OpenStack中Neutron负责什么？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网络        C. 存储        D. 认证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复习：私有云的主要优势是？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成本低        B. 数据完全可控        C. 弹性好        D. 免运维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私有云适合部署在什么环境？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只能云端        B. 企业自有机房或第三方数据中心        C. 只能在家        D. 不需要场地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复习：OpenStack通常使用什么虚拟化技术？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VirtualBox        B. KVM        C. Docker        D. Hyper-V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私有云在各行业的典型应用不包括？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银行核心系统        B. 政务云        C. 个人博客        D. 军队信息系统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第64课时 私有云部署与应用 + 第十三章复习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复习：OpenStack是开源私有云平台。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复习：私有云的建设成本通常高于公有云。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复习：Nova是OpenStack的计算组件。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私有云部署前需要进行需求规划和架构设计。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复习：OpenStack中____负责计算（填四个字母）。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复习：____云数据完全可控（填两个字）。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第65课时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综合复习一：云计算基础与安全（第1-6章）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第65课时 综合复习一：云计算基础与安全（第1-6章）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NIST定义的云计算3-5-4框架中3代表什么？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3个部署模型        B. 3个服务模型        C. 3个特征        D. 3个厂商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以下哪个属于SaaS？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阿里云ECS        B. 腾讯文档        C. VMware        D. CentOS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信息安全三要素CIA中I代表什么？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认证        B. 完整性        C. 可用性        D. 授权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对称加密和非对称加密的主要区别是？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速度不同        B. 对称用同一密钥，非对称用公私钥对        C. 算法不同        D. 用途不同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HTTPS使用的默认端口是？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80        B. 443        C. 22        D. 8080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全球云计算市场份额最大的厂商是？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阿里云        B. AWS        C. 腾讯云        D. 华为云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第65课时 综合复习一：云计算基础与安全（第1-6章）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NIST定义的5个特征包括资源池化和快速弹性。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哈希算法是可逆的。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混合云结合了公有云的弹性和私有云的安全性。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数字签名使用私钥签名、公钥验签。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NIST 3-5-4中3代表____个服务模型。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CIA中C代表____性（填两个字）。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第66课时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综合复习二：网络与数据库（第7-8章）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第66课时 综合复习二：网络与数据库（第7-8章）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OSI模型共有几层？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9层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TCP三次握手的目的是？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建立可靠连接        C. 传输数据        D. 关闭连接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以下哪个是私有IP地址？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8.8.8.8        B. 192.168.1.1        C. 202.96.128.86        D. 114.114.114.114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SQL中用于查询数据的关键字是？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INSERT        B. SELECT        C. UPDATE        D. DELETE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以下哪个是关系型数据库？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MongoDB        B. Redis        C. MySQL        D. Cassandra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DNS的作用是？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传输文件        B. 域名解析为IP地址        C. 发送邮件        D. 分配IP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第66课时 综合复习二：网络与数据库（第7-8章）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TCP是面向连接的可靠传输协议。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主键可以重复。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交换机工作在数据链路层。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SQL注入可以通过参数化查询防范。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TCP建立连接需要____次握手。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SQL中____用于查询数据（填六个字母）。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第67课时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综合复习三：虚拟化与Linux（第9-10章）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第67课时 综合复习三：虚拟化与Linux（第9-10章）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Type 1 Hypervisor直接运行在什么上？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操作系统        B. 物理硬件        C. 虚拟机        D. 浏览器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Docker容器与虚拟机的主要区别？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容器更重        B. 容器共享宿主OS内核        C. 没有区别        D. 容器需要独立OS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Linux根目录用什么表示？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C:\        B. /        C. \        D. root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ls命令的作用是？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创建目录        B. 列出目录内容        C. 删除文件        D. 切换目录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KVM是哪个操作系统内核的虚拟化模块？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Windows        B. macOS        C. Linux        D. Android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chmod命令的作用是？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修改文件所有者        B. 修改文件权限        C. 创建用户        D. 查看文件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第67课时 综合复习三：虚拟化与Linux（第9-10章）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虚拟化是云计算的核心基础技术。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Linux是开源操作系统。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Docker容器比虚拟机启动更快。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VMware ESXi是Type 1 Hypervisor。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Linux根目录是____。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虚拟化实现了资源____化。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第68课时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综合复习四：Web服务与云平台（第11-13章）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第68课时 综合复习四：Web服务与云平台（第11-13章）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HTTP默认端口是？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22        B. 80        C. 443        D. 8080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Nginx的主要用途是？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数据库        B. 反向代理和负载均衡        C. 操作系统        D. 杀毒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阿里云ECS属于什么服务？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SaaS        B. PaaS        C. IaaS        D. DaaS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OpenStack中Nova负责什么？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网络        B. 计算        C. 存储        D. 认证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CDN的作用是？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内容分发加速        C. 存储数据        D. 删除数据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私有云的主要优势是？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成本低        B. 数据完全可控        C. 弹性好        D. 免运维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第68课时 综合复习四：Web服务与云平台（第11-13章）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LAMP架构包括Linux、Apache、MySQL、PHP。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AWS是全球最大的公有云服务商。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OpenStack是开源私有云平台。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HTTP状态码404表示资源未找到。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HTTP状态码____表示资源未找到。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____是全球最大的公有云厂商（填三个字母）。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第69课时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模拟考试（上）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第69课时 模拟考试（上）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云计算的本质是什么？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存储        B. 弹性        C. 网络        D. 虚拟化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以下哪个不属于NIST定义的5个特征？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按需自助服务        B. 资源池化        C. 固定硬件配置        D. 快速弹性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银行核心系统适合使用什么云？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公有云        B. 私有云        C. 社区云        D. 不用云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AES属于哪种加密算法？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对称加密        B. 非对称加密        C. 哈希算法        D. 签名算法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TCP/IP模型有几层？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4层        B. 5层        C. 7层        D. 3层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Docker容器的特点是？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每个容器有独立OS        B. 共享宿主OS内核，轻量快速        C. 需要Hypervisor        D. 启动慢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第69课时 模拟考试（上）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SaaS用户不需要关心软件的维护和升级。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非对称加密使用公钥加密、私钥解密。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Linux中一切皆文件。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CDN可以加速网站访问。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云计算的本质是____。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NIST 3-5-4中5代表____个基本特征。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第70课时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模拟考试（下）与讲评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第70课时 模拟考试（下）与讲评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云安全责任共担模型中用户负责什么？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物理服务器维护        B. 数据安全和应用安全        C. 网络线路        D. 机房供电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以下哪个是Type 1 Hypervisor？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VMware Workstation        B. VirtualBox        C. VMware ESXi        D. Docker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SQL中删除数据的语句是？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SELECT        B. INSERT        C. DELETE        D. CREATE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HTTP状态码500表示什么？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请求成功        B. 资源未找到        C. 服务器内部错误        D. 重定向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OpenStack中Keystone负责什么？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计算        B. 网络        C. 身份认证        D. 存储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以下哪个不是公有云的优势？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成本低        B. 弹性好        C. 数据完全可控        D. 无需运维硬件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第70课时 模拟考试（下）与讲评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对称加密的加解密速度比非对称加密快。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反向代理可以隐藏后端服务器IP。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数字证书由CA机构签发。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UDP比TCP速度快但不可靠。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OpenStack中____负责身份认证。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HTTP状态码____表示服务器内部错误。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第71课时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期末考试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第71课时 期末考试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NIST定义的3个服务模型是？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SaaS/PaaS/IaaS        B. LAN/MAN/WAN        C. TCP/UDP/IP        D. LAMP/LNMP/WAMP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以下哪个不属于4种部署模型？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公有云        B. 私有云        C. 社区云        D. 社交云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防火墙的主要功能是？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查杀病毒        B. 控制网络流量进出        C. 加密数据        D. 备份数据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IP地址192.168.1.1属于哪类地址？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A类        B. B类        C. C类        D. D类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以下哪个是Linux命令？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dir        B. ls        C. copy        D. del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负载均衡的作用是？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加密数据        B. 将请求分发到多台服务器        C. 压缩数据        D. 存储数据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第71课时 期末考试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虚拟化技术是云计算的核心基础技术之一。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HTTPS = HTTP + SSL/TLS。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OpenStack是开源的公有云平台。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SSH默认端口是22。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NIST定义的3个服务模型是SaaS、PaaS和____。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4种部署模型：公有云、私有云、社区云和____云。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第72课时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试卷讲评与课程总结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微软雅黑"/>
              </a:rPr>
              <a:t>综合复习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课堂习题：12题（6选择 + 4判断 + 2填空）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第72课时 试卷讲评与课程总结 · 课堂习题（1-6题）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1. [选择] 云计算课程总共覆盖了几章内容？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10章        B. 13章        C. 15章        D. 8章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2. [选择] 以下哪个是本课程最重要的核心概念？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NIST 3-5-4框架        B. 具体命令记忆        C. 厂商产品价格        D. 历史年份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3. [选择] 以下哪个技术贯穿了整个云计算课程？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虚拟化        B. 杀毒        C. 打印        D. 蓝牙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4. [选择] 以下哪个不是学习云计算需要掌握的基础知识？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网络        B. 操作系统(Linux)        C. 数据库        D. 汽车驾驶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5. [选择] 以下哪个是云计算的发展方向？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淘汰        B. AI+云融合、边缘计算        C. 回归本地部署        D. 不再发展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6. [选择] 学习云计算后可以从事什么工作？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云运维工程师        B. 云架构师        C. 云安全工程师        D. 以上都可以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第72课时 试卷讲评与课程总结 · 课堂习题（7-12题）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7. [判断] 云计算是一个快速发展的技术领域。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8. [判断] 虚拟化是云计算的基础技术之一。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9. [判断] Linux是云服务器的主流操作系统。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10. [判断] 掌握云计算需要持续学习和实践。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A. 正确        B. 错误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11. [填空] 本课程共覆盖____章内容（填数字）。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D47A1"/>
                </a:solidFill>
                <a:latin typeface="微软雅黑"/>
              </a:rPr>
              <a:t>12. [填空] ____化是云计算的核心基础技术。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微软雅黑"/>
              </a:rPr>
              <a:t>        答案：____________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