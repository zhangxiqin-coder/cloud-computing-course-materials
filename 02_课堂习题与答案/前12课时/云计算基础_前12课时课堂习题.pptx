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64592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云计算基础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83464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3F2FD"/>
                </a:solidFill>
                <a:latin typeface="Microsoft YaHei"/>
              </a:defRPr>
            </a:pPr>
            <a:r>
              <a:t>课堂习题集（前12课时）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41148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0F0F0"/>
                </a:solidFill>
                <a:latin typeface="Microsoft YaHei"/>
              </a:defRPr>
            </a:pPr>
            <a:r>
              <a:t>教材：云计算基础技术与应用(第2版)(微课版)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66344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易海博 池瑞楠 主编 | 人民邮电出版社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6692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适用：职业高中 | 共12课时 | 每课时5题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  <a:latin typeface="Microsoft YaHei"/>
              </a:defRPr>
            </a:pPr>
            <a:r>
              <a:t>目  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657600" cy="36576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515600" cy="100584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9728" cy="10058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5087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Microsoft YaHei"/>
              </a:defRPr>
            </a:pPr>
            <a:r>
              <a:t>第1章 云计算的简介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课时 1-3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06040"/>
            <a:ext cx="10515600" cy="100584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606040"/>
            <a:ext cx="109728" cy="100584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7432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Microsoft YaHei"/>
              </a:defRPr>
            </a:pPr>
            <a:r>
              <a:t>第2章 云计算的服务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004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课时 4-6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10515600" cy="100584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840480"/>
            <a:ext cx="109728" cy="100584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977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Microsoft YaHei"/>
              </a:defRPr>
            </a:pPr>
            <a:r>
              <a:t>第3章 云计算的部署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4348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课时 7-9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74920"/>
            <a:ext cx="10515600" cy="100584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5074920"/>
            <a:ext cx="109728" cy="1005840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2120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Microsoft YaHei"/>
              </a:defRPr>
            </a:pPr>
            <a:r>
              <a:t>第4章 云计算的特点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669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课时 10-12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583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* 每课时5道题（选择题、判断题、填空题混合），适合课堂纸笔练习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4727448" y="914400"/>
            <a:ext cx="2743200" cy="2743200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27448" y="146304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1A73E8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第1章 云计算的简介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什么是云计算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63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73E8"/>
                </a:solidFill>
                <a:latin typeface="Microsoft YaHei"/>
              </a:defRPr>
            </a:pPr>
            <a:r>
              <a:t>本课时共 5 道题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课时1：什么是云计算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课堂练习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57200" cy="4114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698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051560"/>
            <a:ext cx="777240" cy="41148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069848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069848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以下哪个不属于NIST定义的云计算基本特征？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A. 按需自助服务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B. 资源池化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965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C. 固定硬件配置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965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D. 快速弹性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68880"/>
            <a:ext cx="457200" cy="4114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4871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2468880"/>
            <a:ext cx="777240" cy="41148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487168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487168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"云计算"概念被广泛提出是在哪一年？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A. 1995年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B. 2006年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3383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C. 2010年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383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D. 2015年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886200"/>
            <a:ext cx="457200" cy="41148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90448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3886200"/>
            <a:ext cx="777240" cy="4114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904487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3904487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云计算就是网盘，主要用来存文件。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4434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937759"/>
            <a:ext cx="457200" cy="41148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95604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0" y="4937759"/>
            <a:ext cx="777240" cy="4114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4956047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4956047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NIST是美国国家标准与技术研究院的缩写。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548639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989319"/>
            <a:ext cx="457200" cy="41148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00760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5840" y="5989319"/>
            <a:ext cx="777240" cy="41148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6007607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CAF50"/>
                </a:solidFill>
                <a:latin typeface="Microsoft YaHei"/>
              </a:defRPr>
            </a:pPr>
            <a:r>
              <a:t>[填空]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6007607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NIST云计算定义的核心框架是"3-__-4"，其中"3"代表三个____模型。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653795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答：________________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姓名：___________  班级：___________  得分：______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4727448" y="914400"/>
            <a:ext cx="2743200" cy="2743200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27448" y="146304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1A73E8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第1章 云计算的简介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发展历史与5种计算模式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63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73E8"/>
                </a:solidFill>
                <a:latin typeface="Microsoft YaHei"/>
              </a:defRPr>
            </a:pPr>
            <a:r>
              <a:t>本课时共 5 道题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课时2：发展历史与5种计算模式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课堂练习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57200" cy="4114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698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051560"/>
            <a:ext cx="777240" cy="41148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069848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069848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以下哪个不是云计算演进的阶段？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A. 大型机时代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B. 个人电脑时代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965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C. 互联网时代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965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D. 量子计算时代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68880"/>
            <a:ext cx="457200" cy="4114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4871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2468880"/>
            <a:ext cx="777240" cy="41148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487168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487168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"多台计算机协同完成一个大型任务"描述的是哪种计算模式？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A. 分布式计算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B. 并行计算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3383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C. 网格计算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383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D. 以上都是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886200"/>
            <a:ext cx="457200" cy="41148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90448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3886200"/>
            <a:ext cx="777240" cy="4114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904487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3904487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云计算是从分布式计算、网格计算等技术发展而来的。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4434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937759"/>
            <a:ext cx="457200" cy="41148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95604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0" y="4937759"/>
            <a:ext cx="777240" cy="41148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4956047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CAF50"/>
                </a:solidFill>
                <a:latin typeface="Microsoft YaHei"/>
              </a:defRPr>
            </a:pPr>
            <a:r>
              <a:t>[填空]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4956047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云计算发展的三个阶段：大型机 → ____ → 云计算。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548639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答：________________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989319"/>
            <a:ext cx="457200" cy="41148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00760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5840" y="5989319"/>
            <a:ext cx="777240" cy="4114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6007607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6007607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网格计算和云计算是完全相同的东西。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653795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姓名：___________  班级：___________  得分：______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4727448" y="914400"/>
            <a:ext cx="2743200" cy="2743200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27448" y="146304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1A73E8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第1章 云计算的简介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演示课：云端Office协作体验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63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73E8"/>
                </a:solidFill>
                <a:latin typeface="Microsoft YaHei"/>
              </a:defRPr>
            </a:pPr>
            <a:r>
              <a:t>本课时共 5 道题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课时3：演示课：云端Office协作体验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课堂练习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57200" cy="4114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698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051560"/>
            <a:ext cx="777240" cy="41148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069848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069848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以下哪个属于SaaS（软件即服务）产品？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A. 阿里云ECS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B. 腾讯文档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965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C. VMware Workstation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965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D. CentOS Linux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68880"/>
            <a:ext cx="457200" cy="4114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4871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2468880"/>
            <a:ext cx="777240" cy="41148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487168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487168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在线文档协作的核心优势是什么？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A. 文件容量更大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B. 多人同时在线编辑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3383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C. 只能在手机上用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383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D. 必须安装专用软件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886200"/>
            <a:ext cx="457200" cy="41148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90448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3886200"/>
            <a:ext cx="777240" cy="4114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904487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3904487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金山文档和腾讯文档都需要安装客户端才能使用。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4434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937759"/>
            <a:ext cx="457200" cy="41148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95604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0" y="4937759"/>
            <a:ext cx="777240" cy="41148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4956047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CAF50"/>
                </a:solidFill>
                <a:latin typeface="Microsoft YaHei"/>
              </a:defRPr>
            </a:pPr>
            <a:r>
              <a:t>[填空]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4956047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SaaS的全称是____即服务（填英文）。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548639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答：________________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989319"/>
            <a:ext cx="457200" cy="41148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00760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5840" y="5989319"/>
            <a:ext cx="777240" cy="4114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6007607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6007607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使用在线文档时，文件数据存储在本地电脑硬盘上。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653795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姓名：___________  班级：___________  得分：______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4727448" y="914400"/>
            <a:ext cx="2743200" cy="2743200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27448" y="146304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4CAF50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第2章 云计算的服务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SaaS 软件即服务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63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CAF50"/>
                </a:solidFill>
                <a:latin typeface="Microsoft YaHei"/>
              </a:defRPr>
            </a:pPr>
            <a:r>
              <a:t>本课时共 5 道题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课时4：SaaS 软件即服务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课堂练习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57200" cy="4114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698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051560"/>
            <a:ext cx="777240" cy="41148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069848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069848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以下哪个不是SaaS的特点？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A. 免安装，浏览器直接用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B. 用户无需维护服务器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965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C. 需要自己购买和管理硬件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965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D. 按需付费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68880"/>
            <a:ext cx="457200" cy="4114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4871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2468880"/>
            <a:ext cx="777240" cy="41148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487168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487168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以下哪个属于SaaS产品？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A. Windows 10 操作系统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B. Office 365 在线办公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3383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C. VMware Workstation 虚拟机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383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D. MySQL 数据库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886200"/>
            <a:ext cx="457200" cy="41148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90448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3886200"/>
            <a:ext cx="777240" cy="4114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904487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3904487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SaaS用户不需要关心软件的维护和升级。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4434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937759"/>
            <a:ext cx="457200" cy="41148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95604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0" y="4937759"/>
            <a:ext cx="777240" cy="41148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4956047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CAF50"/>
                </a:solidFill>
                <a:latin typeface="Microsoft YaHei"/>
              </a:defRPr>
            </a:pPr>
            <a:r>
              <a:t>[填空]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4956047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在SaaS、PaaS、IaaS三种模式中，用户自由度最低的是____。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548639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答：________________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989319"/>
            <a:ext cx="457200" cy="41148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00760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5840" y="5989319"/>
            <a:ext cx="777240" cy="4114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6007607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6007607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钉钉属于SaaS产品。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653795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姓名：___________  班级：___________  得分：______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4727448" y="914400"/>
            <a:ext cx="2743200" cy="2743200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27448" y="146304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4CAF50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第2章 云计算的服务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PaaS 与 IaaS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63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CAF50"/>
                </a:solidFill>
                <a:latin typeface="Microsoft YaHei"/>
              </a:defRPr>
            </a:pPr>
            <a:r>
              <a:t>本课时共 5 道题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课时5：PaaS 与 IaaS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课堂练习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57200" cy="4114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698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051560"/>
            <a:ext cx="777240" cy="41148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069848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069848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"自己买菜做饭"（给你厨房和食材，你自己做）类比的是哪种云服务模式？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A. SaaS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B. PaaS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965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C. IaaS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965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D. 都不是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68880"/>
            <a:ext cx="457200" cy="4114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4871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2468880"/>
            <a:ext cx="777240" cy="41148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487168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487168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以下哪个属于IaaS产品？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A. 钉钉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B. Gitee代码托管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3383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C. 阿里云ECS云服务器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383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D. 微信小程序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886200"/>
            <a:ext cx="457200" cy="41148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90448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3886200"/>
            <a:ext cx="777240" cy="4114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904487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3904487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PaaS主要面向的是软件开发者。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4434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937759"/>
            <a:ext cx="457200" cy="41148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95604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0" y="4937759"/>
            <a:ext cx="777240" cy="41148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4956047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CAF50"/>
                </a:solidFill>
                <a:latin typeface="Microsoft YaHei"/>
              </a:defRPr>
            </a:pPr>
            <a:r>
              <a:t>[填空]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4956047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IaaS的全称是____即服务（填英文）。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548639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答：________________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989319"/>
            <a:ext cx="457200" cy="41148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00760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5840" y="5989319"/>
            <a:ext cx="777240" cy="4114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6007607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6007607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使用IaaS时，用户需要自己安装操作系统。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653795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姓名：___________  班级：___________  得分：______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4727448" y="914400"/>
            <a:ext cx="2743200" cy="2743200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27448" y="146304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4CAF50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第2章 云计算的服务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演示课：Gitee代码托管体验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63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CAF50"/>
                </a:solidFill>
                <a:latin typeface="Microsoft YaHei"/>
              </a:defRPr>
            </a:pPr>
            <a:r>
              <a:t>本课时共 5 道题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课时6：演示课：Gitee代码托管体验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课堂练习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57200" cy="4114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698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051560"/>
            <a:ext cx="777240" cy="41148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069848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069848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Gitee属于哪种云服务模式？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A. SaaS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B. PaaS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965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C. IaaS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965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D. 都不是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68880"/>
            <a:ext cx="457200" cy="4114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4871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2468880"/>
            <a:ext cx="777240" cy="41148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487168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487168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代码托管平台的主要功能是什么？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A. 存储照片和视频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B. 管理和分享代码，记录修改历史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3383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C. 在线看视频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383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D. 即时聊天通讯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886200"/>
            <a:ext cx="457200" cy="41148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90448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3886200"/>
            <a:ext cx="777240" cy="4114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904487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3904487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Git和Gitee是同一个东西。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4434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937759"/>
            <a:ext cx="457200" cy="41148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95604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0" y="4937759"/>
            <a:ext cx="777240" cy="41148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4956047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CAF50"/>
                </a:solidFill>
                <a:latin typeface="Microsoft YaHei"/>
              </a:defRPr>
            </a:pPr>
            <a:r>
              <a:t>[填空]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4956047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Gitee被称为中国版的____（填一个类似的国外代码托管平台名称）。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548639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答：________________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989319"/>
            <a:ext cx="457200" cy="41148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00760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5840" y="5989319"/>
            <a:ext cx="777240" cy="4114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6007607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6007607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代码托管平台可以记录代码的每一次修改历史。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653795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姓名：___________  班级：___________  得分：______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4727448" y="914400"/>
            <a:ext cx="2743200" cy="2743200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27448" y="146304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FF9800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第3章 云计算的部署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公有云与社区云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63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9800"/>
                </a:solidFill>
                <a:latin typeface="Microsoft YaHei"/>
              </a:defRPr>
            </a:pPr>
            <a:r>
              <a:t>本课时共 5 道题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课时7：公有云与社区云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课堂练习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57200" cy="4114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698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051560"/>
            <a:ext cx="777240" cy="41148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069848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069848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以下哪个属于公有云？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A. 学校内部机房搭建的云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B. 阿里云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965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C. 银行自建的私有数据中心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965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D. 军队专用云平台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68880"/>
            <a:ext cx="457200" cy="4114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4871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2468880"/>
            <a:ext cx="777240" cy="41148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487168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487168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公有云的最大特点是？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A. 只对特定组织开放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B. 对公众开放，按需使用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3383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C. 完全免费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383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D. 不需要网络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886200"/>
            <a:ext cx="457200" cy="41148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90448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3886200"/>
            <a:ext cx="777240" cy="4114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904487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3904487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社区云是多个有共同需求的组织共享使用的云。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4434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937759"/>
            <a:ext cx="457200" cy="41148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95604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0" y="4937759"/>
            <a:ext cx="777240" cy="41148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4956047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CAF50"/>
                </a:solidFill>
                <a:latin typeface="Microsoft YaHei"/>
              </a:defRPr>
            </a:pPr>
            <a:r>
              <a:t>[填空]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4956047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NIST定义的4种部署模型是：公有云、私有云、____和混合云。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548639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答：________________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989319"/>
            <a:ext cx="457200" cy="41148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00760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5840" y="5989319"/>
            <a:ext cx="777240" cy="4114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6007607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6007607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公有云上所有用户的数据都能互相看到。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653795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姓名：___________  班级：___________  得分：______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4727448" y="914400"/>
            <a:ext cx="2743200" cy="2743200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27448" y="146304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FF9800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第3章 云计算的部署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私有云与混合云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63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9800"/>
                </a:solidFill>
                <a:latin typeface="Microsoft YaHei"/>
              </a:defRPr>
            </a:pPr>
            <a:r>
              <a:t>本课时共 5 道题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课时8：私有云与混合云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课堂练习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57200" cy="4114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698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051560"/>
            <a:ext cx="777240" cy="41148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069848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069848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以下哪个场景最适合使用私有云？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A. 个人博客网站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B. 银行核心交易系统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965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C. 免费在线翻译工具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965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D. 公开视频分享网站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68880"/>
            <a:ext cx="457200" cy="4114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4871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2468880"/>
            <a:ext cx="777240" cy="41148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487168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487168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混合云是指什么？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A. 只使用公有云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B. 只使用私有云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3383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C. 公有云和私有云的组合使用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383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D. 完全不使用云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886200"/>
            <a:ext cx="457200" cy="41148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90448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3886200"/>
            <a:ext cx="777240" cy="4114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904487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3904487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私有云一定比公有云更安全。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4434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937759"/>
            <a:ext cx="457200" cy="41148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95604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0" y="4937759"/>
            <a:ext cx="777240" cy="41148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4956047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CAF50"/>
                </a:solidFill>
                <a:latin typeface="Microsoft YaHei"/>
              </a:defRPr>
            </a:pPr>
            <a:r>
              <a:t>[填空]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4956047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学校机房搭建的、仅供校内使用的云平台属于____云。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548639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答：________________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989319"/>
            <a:ext cx="457200" cy="41148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00760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5840" y="5989319"/>
            <a:ext cx="777240" cy="4114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6007607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6007607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混合云可以兼顾数据安全性和业务灵活性。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653795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姓名：___________  班级：___________  得分：______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4727448" y="914400"/>
            <a:ext cx="2743200" cy="2743200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27448" y="146304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FF9800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第3章 云计算的部署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演示课：云服务器初体验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63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9800"/>
                </a:solidFill>
                <a:latin typeface="Microsoft YaHei"/>
              </a:defRPr>
            </a:pPr>
            <a:r>
              <a:t>本课时共 5 道题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课时9：演示课：云服务器初体验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课堂练习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57200" cy="4114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698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051560"/>
            <a:ext cx="777240" cy="41148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069848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069848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阿里云ECS属于哪种云服务模式？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A. SaaS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B. PaaS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965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C. IaaS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965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D. 都不是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68880"/>
            <a:ext cx="457200" cy="4114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4871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2468880"/>
            <a:ext cx="777240" cy="41148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487168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487168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购买Linux云服务器后，通常用什么方式远程连接？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A. 微信视频通话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B. SSH（安全Shell）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3383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C. 蓝牙连接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383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D. 用U盘拷贝文件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886200"/>
            <a:ext cx="457200" cy="41148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90448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3886200"/>
            <a:ext cx="777240" cy="4114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904487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3904487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云服务器可以根据需要随时升级CPU和内存配置。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4434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937759"/>
            <a:ext cx="457200" cy="41148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95604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0" y="4937759"/>
            <a:ext cx="777240" cy="41148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4956047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CAF50"/>
                </a:solidFill>
                <a:latin typeface="Microsoft YaHei"/>
              </a:defRPr>
            </a:pPr>
            <a:r>
              <a:t>[填空]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4956047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部署网站到云服务器的步骤：买服务器 → 连____ → 装环境 → 传网页 → 外网访问。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548639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答：________________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989319"/>
            <a:ext cx="457200" cy="41148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00760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5840" y="5989319"/>
            <a:ext cx="777240" cy="4114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6007607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6007607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云服务器通常按使用时长（如按小时/按月）计费。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653795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姓名：___________  班级：___________  得分：______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4727448" y="914400"/>
            <a:ext cx="2743200" cy="2743200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27448" y="146304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9C27B0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第4章 云计算的特点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本质与三大特征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63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27B0"/>
                </a:solidFill>
                <a:latin typeface="Microsoft YaHei"/>
              </a:defRPr>
            </a:pPr>
            <a:r>
              <a:t>本课时共 5 道题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课时10：本质与三大特征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课堂练习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57200" cy="4114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698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051560"/>
            <a:ext cx="777240" cy="41148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069848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069848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云计算的本质是什么？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A. 存储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B. 弹性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965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C. 网络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965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D. 虚拟化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68880"/>
            <a:ext cx="457200" cy="4114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4871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2468880"/>
            <a:ext cx="777240" cy="41148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487168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487168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"有网就能用，手机电脑平板都行"描述的是哪个特征？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A. 按需自助服务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B. 广泛网络访问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3383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C. 资源池化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383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D. 快速弹性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886200"/>
            <a:ext cx="457200" cy="41148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90448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3886200"/>
            <a:ext cx="777240" cy="4114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904487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3904487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资源池化意味着多个用户共享同一组物理资源。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4434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937759"/>
            <a:ext cx="457200" cy="41148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95604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0" y="4937759"/>
            <a:ext cx="777240" cy="41148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4956047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CAF50"/>
                </a:solidFill>
                <a:latin typeface="Microsoft YaHei"/>
              </a:defRPr>
            </a:pPr>
            <a:r>
              <a:t>[填空]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4956047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NIST定义的5个基本特征是：按需自助服务、广泛网络访问、____、快速弹性、可计量服务。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548639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答：________________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989319"/>
            <a:ext cx="457200" cy="41148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00760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5840" y="5989319"/>
            <a:ext cx="777240" cy="4114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6007607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6007607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按需自助服务需要联系客服人工审批才能获取资源。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653795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姓名：___________  班级：___________  得分：______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4727448" y="914400"/>
            <a:ext cx="2743200" cy="2743200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27448" y="146304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9C27B0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第4章 云计算的特点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快速弹性与可计量服务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63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27B0"/>
                </a:solidFill>
                <a:latin typeface="Microsoft YaHei"/>
              </a:defRPr>
            </a:pPr>
            <a:r>
              <a:t>本课时共 5 道题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课时11：快速弹性与可计量服务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课堂练习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57200" cy="4114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698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051560"/>
            <a:ext cx="777240" cy="41148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069848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069848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"双11淘宝自动增加服务器应对流量高峰"体现了哪个特征？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A. 资源池化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B. 快速弹性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965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C. 可计量服务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965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D. 广泛网络访问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68880"/>
            <a:ext cx="457200" cy="4114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4871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2468880"/>
            <a:ext cx="777240" cy="41148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487168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487168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"用了多少CPU、多少流量就收多少钱"体现了哪个特征？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A. 按需自助服务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B. 快速弹性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3383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C. 可计量服务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383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D. 资源池化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886200"/>
            <a:ext cx="457200" cy="41148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90448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3886200"/>
            <a:ext cx="777240" cy="4114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904487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3904487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快速弹性意味着资源既可以快速扩容，也可以快速缩容。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4434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937759"/>
            <a:ext cx="457200" cy="41148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95604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0" y="4937759"/>
            <a:ext cx="777240" cy="41148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4956047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CAF50"/>
                </a:solidFill>
                <a:latin typeface="Microsoft YaHei"/>
              </a:defRPr>
            </a:pPr>
            <a:r>
              <a:t>[填空]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4956047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弹性的好处是____（不用为峰值买单，按实际使用量付费）。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548639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答：________________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989319"/>
            <a:ext cx="457200" cy="41148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00760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5840" y="5989319"/>
            <a:ext cx="777240" cy="4114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6007607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6007607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可计量服务就是按固定月费收费，不管用不用都收一样的钱。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653795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姓名：___________  班级：___________  得分：______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4727448" y="914400"/>
            <a:ext cx="2743200" cy="2743200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27448" y="146304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9C27B0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第4章 云计算的特点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演示课：VMware + 阶段测验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63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27B0"/>
                </a:solidFill>
                <a:latin typeface="Microsoft YaHei"/>
              </a:defRPr>
            </a:pPr>
            <a:r>
              <a:t>本课时共 5 道题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课时12：演示课：VMware + 阶段测验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课堂练习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57200" cy="4114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698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051560"/>
            <a:ext cx="777240" cy="41148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069848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069848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VMware Workstation的主要功能是什么？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A. 杀毒防毒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B. 在一台电脑上创建和运行多个虚拟机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965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C. 浏览网页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965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D. 视频剪辑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68880"/>
            <a:ext cx="457200" cy="4114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4871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2468880"/>
            <a:ext cx="777240" cy="411480"/>
          </a:xfrm>
          <a:prstGeom prst="rect">
            <a:avLst/>
          </a:prstGeom>
          <a:solidFill>
            <a:srgbClr val="E3F2FD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487168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73E8"/>
                </a:solidFill>
                <a:latin typeface="Microsoft YaHei"/>
              </a:defRPr>
            </a:pPr>
            <a:r>
              <a:t>[选择]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487168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虚拟化技术与云计算的关系是？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A. 毫无关系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B. 虚拟化是云计算的核心基础技术之一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3383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C. 完全相同的东西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383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D. 互相替代的关系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886200"/>
            <a:ext cx="457200" cy="41148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90448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3886200"/>
            <a:ext cx="777240" cy="4114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904487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3904487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一台物理计算机可以虚拟出多台独立的虚拟机。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4434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937759"/>
            <a:ext cx="457200" cy="41148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95604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0" y="4937759"/>
            <a:ext cx="777240" cy="41148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4956047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CAF50"/>
                </a:solidFill>
                <a:latin typeface="Microsoft YaHei"/>
              </a:defRPr>
            </a:pPr>
            <a:r>
              <a:t>[填空]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4956047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NIST 3-5-4框架：3个____模型、5个基本特征、4个____模型。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548639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答：________________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989319"/>
            <a:ext cx="457200" cy="41148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00760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5840" y="5989319"/>
            <a:ext cx="777240" cy="4114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6007607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9800"/>
                </a:solidFill>
                <a:latin typeface="Microsoft YaHei"/>
              </a:defRPr>
            </a:pPr>
            <a:r>
              <a:t>[判断]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6007607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虚拟机创建完成后就不能再修改配置了。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653795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A. 正确        B. 错误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姓名：___________  班级：___________  得分：______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