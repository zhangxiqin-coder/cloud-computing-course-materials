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云计算基础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346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3F2FD"/>
                </a:solidFill>
                <a:latin typeface="Microsoft YaHei"/>
              </a:defRPr>
            </a:pPr>
            <a:r>
              <a:t>课堂习题集（前12课时）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教材：云计算基础技术与应用(第2版)(微课版)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6634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易海博 池瑞楠 主编 | 人民邮电出版社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669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适用：职业高中 | 共12课时 | 每课时12题 | 共144题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100584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" cy="10058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第1章 云计算的简介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课时 1-3（36题）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10515600" cy="100584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06040"/>
            <a:ext cx="109728" cy="10058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第2章 云计算的服务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课时 4-6（36题）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515600" cy="100584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109728" cy="10058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77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第3章 云计算的部署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34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课时 7-9（36题）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10515600" cy="100584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074920"/>
            <a:ext cx="109728" cy="100584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第4章 云计算的特点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课时 10-12（36题）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583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* 每课时12道题（选择题6+判断题4+填空题2），适合课堂纸笔练习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1A73E8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第1章 云计算的简介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什么是云计算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73E8"/>
                </a:solidFill>
                <a:latin typeface="Microsoft YaHei"/>
              </a:defRPr>
            </a:pPr>
            <a:r>
              <a:t>本课时共 12 道题（第1页：第1-6题  |  第2页：第7-12题）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课时1：什么是云计算（1/2）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第1-6题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以下哪个不属于NIST定义的云计算基本特征？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按需自助服务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资源池化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固定硬件配置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快速弹性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2938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92024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92938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192938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"云计算"概念被广泛提出是在哪一年？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1995年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2006年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2010年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2015年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2608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3522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292608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93522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293522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NIST是哪个机构的缩写？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美国国家标准与技术研究院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国际标准化组织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欧洲电信标准协会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中国信息通信研究院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94106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393192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94106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394106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以下哪个属于云计算的应用？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用U盘拷文件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用百度网盘存照片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用本地计算器算数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用打印机打印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3775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9469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493775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9469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49469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NIST云计算定义发布在哪个文件中？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SP 800-145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SP 800-53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ISO 27001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GB/T 31168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94359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95274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594359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95274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595274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关于云计算，以下说法正确的是？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云计算就是网盘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云计算只能用电脑访问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02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云计算通过互联网提供资源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云计算必须自己买服务器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课时1：什么是云计算（2/2）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第7-12题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云计算就是网盘，主要用来存文件。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36776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1627632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636776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63677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NIST是美国国家标准与技术研究院的缩写。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011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40864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50008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340864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350008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3500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云计算的资源是可以按需获取和释放的。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54096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63239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3054096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063239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06323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使用云计算服务必须自己购买物理服务器。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4381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67327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76471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3767327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776471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776471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NIST云计算定义的核心框架是"3-__-4"，其中"3"代表三个____模型。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151375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80559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897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4480559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4897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4897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NIST定义中，云计算是一种模型，允许通过____访问共享的计算资源池。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4864607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1A73E8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第1章 云计算的简介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发展历史与5种计算模式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73E8"/>
                </a:solidFill>
                <a:latin typeface="Microsoft YaHei"/>
              </a:defRPr>
            </a:pPr>
            <a:r>
              <a:t>本课时共 12 道题（第1页：第1-6题  |  第2页：第7-12题）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课时2：发展历史与5种计算模式（1/2）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第1-6题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以下哪个不是云计算演进的阶段？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大型机时代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个人电脑时代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互联网时代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量子计算时代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2938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92024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92938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192938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"多台计算机协同完成一个大型任务"描述的是哪种计算模式？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分布式计算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并行计算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网格计算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以上都是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2608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3522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292608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93522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293522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大型机时代的计算模式特点是？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高度分散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集中计算、终端只负责输入输出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每人一台独立电脑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通过互联网访问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94106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393192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94106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394106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以下哪个技术是云计算的直接前身？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虚拟化技术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人工智能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区块链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量子通信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3775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9469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493775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9469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49469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效用计算（Utility Computing）的核心理念是？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计算资源像水电一样按需使用和计费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计算机只能用来算效用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免费提供计算资源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只用一台超级计算机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94359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95274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594359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95274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595274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以下哪种计算模式强调跨组织、跨地域共享算力？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分布式计算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网格计算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02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并行计算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集中式计算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课时2：发展历史与5种计算模式（2/2）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第7-12题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云计算是从分布式计算、网格计算等技术发展而来的。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36776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1627632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636776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63677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网格计算和云计算是完全相同的东西。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011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40864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50008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340864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350008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3500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个人电脑时代的特征是计算能力从集中走向分散。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54096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63239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3054096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063239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06323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虚拟化技术可以在一台物理机上运行多个操作系统。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4381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67327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76471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3767327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776471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776471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云计算发展的三个阶段：大型机 -&gt; ____ -&gt; 云计算。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151375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80559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897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4480559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4897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4897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云计算整合了分布式计算、____计算和虚拟化等技术。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4864607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1A73E8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第1章 云计算的简介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演示课：云端Office协作体验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73E8"/>
                </a:solidFill>
                <a:latin typeface="Microsoft YaHei"/>
              </a:defRPr>
            </a:pPr>
            <a:r>
              <a:t>本课时共 12 道题（第1页：第1-6题  |  第2页：第7-12题）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课时3：演示课：云端Office协作体验（1/2）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第1-6题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以下哪个属于SaaS（软件即服务）产品？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阿里云ECS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腾讯文档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VMware Workstation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CentOS Linux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2938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92024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92938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192938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在线文档协作的核心优势是什么？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文件容量更大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多人同时在线编辑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只能在手机上用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必须安装专用软件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2608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3522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292608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93522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293522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以下哪个不是在线文档的优势？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多人实时协作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自动保存到云端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必须安装大型软件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多设备同步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94106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393192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94106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394106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金山文档和腾讯文档属于哪种云服务模式？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IaaS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PaaS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SaaS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都不是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3775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9469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493775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9469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49469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传统Office软件（如Word 2019安装版）和在线文档的主要区别是？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传统软件需要安装，在线文档浏览器直接用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传统软件功能更强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在线文档不能编辑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传统软件免费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94359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95274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594359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95274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595274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在线文档中"历史版本"功能的作用是？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让文档看起来更老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查看和恢复之前的编辑记录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02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删除所有内容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加密文档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课时3：演示课：云端Office协作体验（2/2）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第7-12题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金山文档和腾讯文档都需要安装客户端才能使用。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36776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1627632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636776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63677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使用在线文档时，文件数据存储在本地电脑硬盘上。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011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40864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50008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340864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350008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3500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在线文档支持多人同时编辑同一个表格的不同区域。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54096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63239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3054096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063239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06323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断网后在线文档中的所有内容都会丢失。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4381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67327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76471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3767327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776471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776471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SaaS的全称是____即服务（填英文）。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151375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80559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897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4480559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4897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4897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在线文档的多人协作功能依赖____端存储和同步技术。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4864607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4CAF5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第2章 云计算的服务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SaaS 软件即服务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CAF50"/>
                </a:solidFill>
                <a:latin typeface="Microsoft YaHei"/>
              </a:defRPr>
            </a:pPr>
            <a:r>
              <a:t>本课时共 12 道题（第1页：第1-6题  |  第2页：第7-12题）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课时4：SaaS 软件即服务（1/2）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第1-6题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以下哪个不是SaaS的特点？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免安装，浏览器直接用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用户无需维护服务器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需要自己购买和管理硬件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按需付费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2938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92024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92938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192938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以下哪个属于SaaS产品？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Windows 10 操作系统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Office 365 在线办公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VMware Workstation 虚拟机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MySQL 数据库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2608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3522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292608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93522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293522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以下哪个不属于SaaS产品？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钉钉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企业微信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阿里云ECS云服务器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飞书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94106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393192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94106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394106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SaaS模式下，软件的升级和维护由谁负责？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用户自己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云服务商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硬件厂商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网络运营商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3775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9469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493775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9469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49469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SaaS的典型付费方式是？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一次性买断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按月/年订阅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按CPU核数付费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完全免费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94359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95274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594359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95274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595274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"去饭店吃饭，菜做好直接吃"类比的是哪种云服务？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SaaS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PaaS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02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IaaS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本地部署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课时4：SaaS 软件即服务（2/2）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第7-12题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SaaS用户不需要关心软件的维护和升级。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36776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1627632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636776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63677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钉钉属于SaaS产品。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011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40864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50008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340864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350008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3500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SaaS用户可以自由修改软件的底层代码和架构。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54096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63239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3054096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063239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06323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使用SaaS软件需要自己配置数据库和服务器环境。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4381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67327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76471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3767327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776471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776471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在SaaS、PaaS、IaaS三种模式中，用户自由度最低的是____。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151375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80559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897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4480559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4897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4897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SaaS的英文全称是____ as a Service。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4864607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4CAF5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第2章 云计算的服务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PaaS 与 IaaS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CAF50"/>
                </a:solidFill>
                <a:latin typeface="Microsoft YaHei"/>
              </a:defRPr>
            </a:pPr>
            <a:r>
              <a:t>本课时共 12 道题（第1页：第1-6题  |  第2页：第7-12题）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课时5：PaaS 与 IaaS（1/2）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第1-6题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"自己买菜做饭"（给你厨房和食材）类比的是哪种云服务？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PaaS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IaaS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都不是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2938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92024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92938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192938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以下哪个属于IaaS产品？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钉钉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Gitee代码托管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阿里云ECS云服务器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微信小程序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2608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3522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292608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93522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293522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PaaS主要面向哪类用户？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普通办公人员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软件开发者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硬件维修人员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网络工程师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94106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393192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94106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394106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以下哪个属于PaaS产品？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阿里云ECS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腾讯文档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微信小程序云开发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Windows 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3775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9469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493775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9469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49469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"叫外卖半成品，自己加热就能吃"类比的是？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SaaS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PaaS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IaaS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本地部署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94359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95274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594359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95274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595274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三种服务模式中，用户自由度最高的是？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SaaS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PaaS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02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IaaS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一样高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课时5：PaaS 与 IaaS（2/2）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第7-12题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PaaS主要面向的是软件开发者。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36776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1627632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636776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63677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使用IaaS时，用户需要自己安装操作系统。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011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40864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50008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340864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350008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3500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SaaS、PaaS、IaaS三层之间是互相独立、没有关系的。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54096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63239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3054096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063239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06323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IaaS用户需要自己管理物理服务器的硬件故障。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4381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67327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76471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3767327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776471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776471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IaaS的全称是____即服务（填英文）。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151375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80559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897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4480559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4897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4897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PaaS的全称是____即服务（填英文）。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4864607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4CAF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第2章 云计算的服务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演示课：Gitee代码托管体验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CAF50"/>
                </a:solidFill>
                <a:latin typeface="Microsoft YaHei"/>
              </a:defRPr>
            </a:pPr>
            <a:r>
              <a:t>本课时共 12 道题（第1页：第1-6题  |  第2页：第7-12题）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课时6：演示课：Gitee代码托管体验（1/2）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第1-6题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Gitee属于哪种云服务模式？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PaaS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IaaS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都不是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2938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92024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92938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192938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代码托管平台的主要功能是什么？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存储照片和视频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管理和分享代码，记录修改历史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在线看视频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即时聊天通讯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2608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3522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292608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93522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293522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以下哪个是国外的代码托管平台？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Gitee（码云）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钉钉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飞书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94106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393192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94106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394106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Git是什么？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一个代码托管网站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一个版本控制工具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一种编程语言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一种操作系统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3775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9469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493775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9469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49469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代码托管平台上的"仓库"（Repository）是指？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存放货物的仓库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存放和管理一个项目代码的空间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服务器的机柜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数据库的表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94359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95274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594359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95274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595274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代码托管平台的"提交"（Commit）功能是？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提交作业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保存代码的一次修改记录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02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删除代码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编译代码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课时6：演示课：Gitee代码托管体验（2/2）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第7-12题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Git和Gitee是同一个东西。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36776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1627632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636776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63677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代码托管平台可以记录代码的每一次修改历史。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011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40864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50008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340864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350008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3500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Gitee上的代码仓库只能设置为公开，不能设为私有。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54096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63239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3054096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063239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06323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多人协作时，代码托管平台可以帮助合并不同人的代码修改。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4381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67327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76471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3767327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776471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776471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Gitee被称为中国版的____（填一个国外代码托管平台名称）。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151375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80559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897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4480559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4897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4897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Git是一个____控制工具（填三个字）。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4864607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980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第3章 云计算的部署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公有云与社区云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9800"/>
                </a:solidFill>
                <a:latin typeface="Microsoft YaHei"/>
              </a:defRPr>
            </a:pPr>
            <a:r>
              <a:t>本课时共 12 道题（第1页：第1-6题  |  第2页：第7-12题）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课时7：公有云与社区云（1/2）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第1-6题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以下哪个属于公有云？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学校内部机房搭建的云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阿里云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银行自建的私有数据中心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军队专用云平台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2938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92024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92938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192938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公有云的最大特点是？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只对特定组织开放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对公众开放，按需使用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完全免费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不需要网络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2608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3522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292608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93522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293522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以下哪个不是国内公有云服务商？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阿里云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腾讯云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华为云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Oracle Cloud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94106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393192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94106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394106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社区云的典型用户是？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个人用户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有共同需求的多个组织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单一企业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所有人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3775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9469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493775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9469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49469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以下哪个场景适合使用社区云？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个人存照片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多家医院共享电子病历系统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银行核心交易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个人博客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94359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95274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594359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95274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595274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公有云用户的数据安全性靠什么保障？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物理隔离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虚拟化和逻辑隔离技术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02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用户自己加密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不需要保障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课时7：公有云与社区云（2/2）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第7-12题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社区云是多个有共同需求的组织共享使用的云。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36776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1627632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636776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63677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公有云上所有用户的数据都能互相看到。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011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40864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50008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340864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350008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3500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公有云的优点包括成本低、无需维护硬件、弹性伸缩。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54096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63239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3054096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063239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06323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社区云和公有云是一回事。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4381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67327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76471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3767327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776471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776471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NIST定义的4种部署模型是：公有云、私有云、____和混合云。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151375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80559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897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4480559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4897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4897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阿里云、腾讯云、华为云都属于____云。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4864607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980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第3章 云计算的部署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私有云与混合云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9800"/>
                </a:solidFill>
                <a:latin typeface="Microsoft YaHei"/>
              </a:defRPr>
            </a:pPr>
            <a:r>
              <a:t>本课时共 12 道题（第1页：第1-6题  |  第2页：第7-12题）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课时8：私有云与混合云（1/2）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第1-6题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以下哪个场景最适合使用私有云？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个人博客网站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银行核心交易系统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免费在线翻译工具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公开视频分享网站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2938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92024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92938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192938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混合云是指什么？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只使用公有云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只使用私有云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公有云和私有云的组合使用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完全不使用云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2608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3522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292608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93522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293522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以下哪个是混合云的典型应用场景？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个人存照片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电商平时用私有云，双11用公有云扩容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只用一台服务器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完全不用网络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94106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393192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94106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394106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私有云的部署方式包括？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只能在企业自己的机房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只能托管在第三方机房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可自建也可托管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必须用公有云厂商的私有云方案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3775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9469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493775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9469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49469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以下哪个不是私有云的优势？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数据完全可控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满足合规要求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建设成本低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安全性可定制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94359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95274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594359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95274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595274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混合云解决了什么问题？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网速太慢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公有云不够安全和私有云不够弹性的矛盾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02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服务器太贵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软件不好用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课时8：私有云与混合云（2/2）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第7-12题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私有云一定比公有云更安全。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36776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1627632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636776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63677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学校机房搭建的、仅供校内使用的云平台属于私有云。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011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40864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50008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340864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350008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3500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混合云可以兼顾数据安全性和业务灵活性。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54096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63239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3054096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063239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06323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私有云的使用成本通常低于公有云。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4381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67327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76471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3767327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776471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776471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学校机房搭建的、仅供校内使用的云平台属于____云。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151375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80559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897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4480559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4897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4897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____云结合了公有云的弹性和私有云的安全性。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4864607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980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第3章 云计算的部署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演示课：云服务器初体验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9800"/>
                </a:solidFill>
                <a:latin typeface="Microsoft YaHei"/>
              </a:defRPr>
            </a:pPr>
            <a:r>
              <a:t>本课时共 12 道题（第1页：第1-6题  |  第2页：第7-12题）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课时9：演示课：云服务器初体验（1/2）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第1-6题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阿里云ECS属于哪种云服务模式？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PaaS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IaaS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都不是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2938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92024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92938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192938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购买Linux云服务器后，通常用什么方式远程连接？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微信视频通话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SSH（安全Shell）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蓝牙连接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用U盘拷贝文件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2608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3522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292608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93522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293522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云服务器的"弹性"体现在？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服务器可以弯曲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可以随时升级或降低配置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服务器可以移动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服务器是软的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94106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393192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94106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394106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以下哪个是云服务器的计费方式？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只能按年付费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按量付费和包年包月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完全免费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按点击次数付费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3775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9469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493775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9469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49469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部署网站到云服务器的一般步骤是？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买服务器-&gt;装环境-&gt;传网页-&gt;外网访问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买服务器-&gt;传网页-&gt;装环境-&gt;外网访问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传网页-&gt;买服务器-&gt;装环境-&gt;外网访问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装环境-&gt;传网页-&gt;买服务器-&gt;外网访问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94359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95274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594359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95274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595274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云服务器选择操作系统时，建站常用的是？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只能用Linux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只能用Windows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02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Linux或Windows均可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不需要操作系统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课时9：演示课：云服务器初体验（2/2）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第7-12题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云服务器可以根据需要随时升级CPU和内存配置。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36776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1627632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636776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63677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云服务器通常按使用时长（如按小时/按月）计费。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011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40864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50008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340864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350008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3500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云服务器购买后不能更换操作系统。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54096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63239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3054096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063239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06323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云服务器的数据会自动备份，不需要手动操作。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4381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67327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76471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3767327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776471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776471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部署网站到云服务器的步骤：买服务器 -&gt; 连____ -&gt; 装环境 -&gt; 传网页 -&gt; 外网访问。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151375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80559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897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4480559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4897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4897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阿里云ECS的全称是Elastic ____ Service。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4864607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9C27B0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第4章 云计算的特点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本质与三大特征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27B0"/>
                </a:solidFill>
                <a:latin typeface="Microsoft YaHei"/>
              </a:defRPr>
            </a:pPr>
            <a:r>
              <a:t>本课时共 12 道题（第1页：第1-6题  |  第2页：第7-12题）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课时10：本质与三大特征（1/2）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第1-6题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云计算的本质是什么？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弹性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网络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虚拟化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2938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92024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92938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192938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"有网就能用，手机电脑平板都行"描述的是哪个特征？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按需自助服务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广泛网络访问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资源池化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快速弹性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2608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3522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292608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93522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293522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"用户自己点几下就能开通服务器，不用找客服"描述的是？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按需自助服务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广泛网络访问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资源池化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可计量服务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94106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393192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94106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394106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"你不知道数据存在哪台服务器上，但能正常访问"体现了？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按需自助服务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广泛网络访问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资源池化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快速弹性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3775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9469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493775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9469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49469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虚拟化技术与资源池化的关系是？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虚拟化实现了资源池化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资源池化实现了虚拟化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两者无关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两者完全相同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94359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95274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594359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95274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595274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以下哪个是"按需自助服务"的生活类比？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自助餐厅，想拿什么自己拿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去饭店点菜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02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叫外卖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自己做饭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课时10：本质与三大特征（2/2）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第7-12题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资源池化意味着多个用户共享同一组物理资源。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36776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1627632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636776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63677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按需自助服务需要联系客服人工审批才能获取资源。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011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40864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50008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340864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350008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3500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广泛网络访问意味着只要有网络，任何设备都能访问云服务。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54096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63239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3054096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063239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06323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资源池化后，不同用户的数据可能会混淆。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4381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67327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76471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3767327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776471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776471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NIST定义的5个基本特征是：按需自助服务、广泛网络访问、____、快速弹性、可计量服务。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151375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80559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897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4480559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4897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4897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云计算的本质是____（能大能小、能伸能缩）。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4864607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9C27B0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第4章 云计算的特点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快速弹性与可计量服务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27B0"/>
                </a:solidFill>
                <a:latin typeface="Microsoft YaHei"/>
              </a:defRPr>
            </a:pPr>
            <a:r>
              <a:t>本课时共 12 道题（第1页：第1-6题  |  第2页：第7-12题）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课时11：快速弹性与可计量服务（1/2）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第1-6题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"双11淘宝自动增加服务器应对流量高峰"体现了哪个特征？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资源池化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快速弹性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可计量服务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广泛网络访问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2938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92024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92938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192938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"用了多少CPU、多少流量就收多少钱"体现了哪个特征？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按需自助服务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快速弹性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可计量服务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资源池化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2608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3522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292608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93522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293522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以下哪个是快速弹性的生活类比？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水表电表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弹性腰带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自助餐厅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酒店住宿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94106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393192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94106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394106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可计量服务的生活类比是？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弹性腰带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水表电表（用多少算多少）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自助餐厅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住酒店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3775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9469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493775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9469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49469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传统自建机房与云计算在成本上的主要区别是？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自建机房按峰值采购，平时浪费；云计算按需付费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自建机房更便宜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云计算更贵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两者成本相同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94359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95274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594359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95274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595274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以下哪个场景体现了快速弹性？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手机上用钉钉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直播平台高峰期自动扩容、结束后自动缩容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02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云盘存照片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在线文档协作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课时11：快速弹性与可计量服务（2/2）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第7-12题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快速弹性意味着资源既可以快速扩容，也可以快速缩容。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36776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1627632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636776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63677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可计量服务就是按固定月费收费，不管用不用都收一样的钱。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011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40864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50008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340864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350008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3500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弹性的好处是可以省钱，不用为峰值买单。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54096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63239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3054096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063239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06323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可计量服务意味着用户可以查看自己的资源使用明细。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4381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67327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76471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3767327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776471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776471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弹性的好处是____（不用为峰值买单，按实际使用量付费）。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151375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80559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897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4480559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4897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4897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NIST 5个特征中，"用多少算多少"对应的是____服务。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4864607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9C27B0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第4章 云计算的特点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演示课：VMware + 阶段测验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27B0"/>
                </a:solidFill>
                <a:latin typeface="Microsoft YaHei"/>
              </a:defRPr>
            </a:pPr>
            <a:r>
              <a:t>本课时共 12 道题（第1页：第1-6题  |  第2页：第7-12题）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课时12：演示课：VMware + 阶段测验（1/2）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第1-6题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VMware Workstation的主要功能是什么？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杀毒防毒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在一台电脑上创建和运行多个虚拟机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浏览网页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视频剪辑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2938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92024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92938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192938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虚拟化技术与云计算的关系是？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毫无关系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3042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虚拟化是云计算的核心基础技术之一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完全相同的东西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互相替代的关系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2608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3522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292608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93522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293522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以下哪个不是虚拟化的优势？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提高资源利用率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降低硬件成本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降低软件性能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方便备份和迁移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94106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3931920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94106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394106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虚拟机和物理机的区别是？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虚拟机没有CPU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虚拟机的资源是从物理机虚拟出来的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虚拟机不能运行操作系统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虚拟机没有硬盘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3775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9469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493775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9469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49469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VMware创建虚拟机时需要指定什么？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CPU核数、内存大小、硬盘容量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53218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显示器品牌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键盘颜色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鼠标型号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943599"/>
            <a:ext cx="365760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95274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5943599"/>
            <a:ext cx="64008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95274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595274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NIST 3-5-4框架中，"3"对应教材哪几章？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第1-3章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63276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B. 第2章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02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C. 第4章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6583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D. 第5章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课时12：演示课：VMware + 阶段测验（2/2）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第7-12题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23544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14400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2354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92354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一台物理计算机可以虚拟出多台独立的虚拟机。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98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36776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1627632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636776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63677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虚拟机创建完成后就不能再修改配置了。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011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40864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50008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340864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350008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3500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虚拟机可以像物理机一样安装操作系统和应用软件。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54096"/>
            <a:ext cx="36576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63239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3054096"/>
            <a:ext cx="6400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063239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06323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NIST 3-5-4框架的"4"对应教材第3章。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4381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67327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76471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3767327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776471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776471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NIST 3-5-4框架：3个____模型、5个基本特征、4个____模型。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151375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80559"/>
            <a:ext cx="36576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89703"/>
            <a:ext cx="36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4480559"/>
            <a:ext cx="6400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489703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489703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VMware是一种____化软件（填两个字）。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4864607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