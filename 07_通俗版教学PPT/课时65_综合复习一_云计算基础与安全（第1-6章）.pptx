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综合复习一：云计算基础与安全（第1-6章）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系统复习云计算概念、NIST定义、服务模型、部署模型、云安全、密码学、云市场等知识点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系统复习云计算概念、NIST定义、服务模型、部署模型、云安全、密码学、云市场等知识点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全部内容串一遍，查漏补缺，准备期末大考。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第1章：云计算简介、NIST定义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第1章：云计算简介、NIST定义（3服务模型+5特征+4部署模型）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🧩 复习像拼图，把零散知识点拼成一张大图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第2章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第2章：IaaS/PaaS/SaaS服务模型详解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🗺️ 总复习像画地图，标出哪座山(重点)哪条河(难点)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第3章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第3章：公有云/私有云/混合云/社区云部署模型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✅ 期末像大考前的体检，查漏补缺才放心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用自己的话，说说什么是「第1章」？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「第1章」和「第2章」有什么联系？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看视频：（见教案视频链接）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视频号：（教案未列明）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看视频时注意：第1章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复习测试一： 30道选择/判断/填空题，覆盖第1-6章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第1章：云计算简介、NIST定义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第2章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第3章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第14章 · 综合复习与期末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完善第1-6章知识框架图；复习错题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本课时对应教材：第14章 综合复习与期末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本课时视频：（见教案视频链接）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