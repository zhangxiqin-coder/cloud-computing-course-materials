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虚拟化网络与存储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了解虚拟化网络的基本概念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认识虚拟交换机和虚拟网卡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了解虚拟化存储技术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了解虚拟化网络的基本概念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认识虚拟交换机和虚拟网卡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了解虚拟化存储技术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一台电脑怎么"变"成好多台？虚拟化的魔法今天拆开看。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🎯虚拟交换机=办公室内部分机网络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虚拟网络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虚拟网络：虚拟机之间的网络通信，通过虚拟交换机连接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🎯虚拟交换机=办公室内部分机网络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虚拟交换机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虚拟交换机(vSwitch)：软件实现的交换机，连接同一物理机上的虚拟机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🎯用"电话分机"类比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虚拟网卡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虚拟网卡：虚拟机的网络接口，有独立MAC地址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🎯虚拟交换机=办公室内部分机网络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用自己的话，说说什么是「虚拟网络」？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「虚拟网络」和「虚拟交换机」有什么联系？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看视频：Linux运维+云计算-虚拟化网络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视频号：BV1NJ411K7pv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看视频时注意：虚拟网络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①填表：三种网络模式对比 ②填表：本地存储vs共享存储vs分布式存储 ③简答：为什么需要共享存储？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虚拟网络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虚拟交换机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虚拟网卡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第9章 · 虚拟化基础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整理三种网络模式对比表；画虚拟化网络架构图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本课时对应教材：第9章 虚拟化基础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本课时视频：Linux运维+云计算-虚拟化网络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