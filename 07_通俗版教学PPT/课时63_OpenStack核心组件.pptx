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OpenStack核心组件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了解OpenStack六大核心组件的功能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理解各组件之间的协作关系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了解OpenStack六大核心组件的功能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理解各组件之间的协作关系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1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不想把数据放别人家？自己搭一个私有云，今天试试。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🎯Nova=客房管理、Neutron=网络布线、Cinder=仓库、Glance=模板间、K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Nova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Nova(计算)：管理虚拟机的创建/调度/销毁，调用KVM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🎯Nova=客房管理、Neutron=网络布线、Cinder=仓库、Glance=模板间、K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Neutron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Neutron(网络)：提供虚拟网络功能，相当于虚拟交换机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🎯用"酒店管理"类比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Cinder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Cinder(块存储)：提供持久化存储，相当于虚拟硬盘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🎯Nova=客房管理、Neutron=网络布线、Cinder=仓库、Glance=模板间、K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用自己的话，说说什么是「Nova」？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「Nova」和「Neutron」有什么联系？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看视频：云计算OpenStack全集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视频号：BV13s411371G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看视频时注意：Nova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①填表：六大组件名称/功能/生活类比 ②排列创建虚拟机的组件调用顺序 ③简答：Keystone的作用是什么？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Nova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Neutron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Cinder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63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第13章 · 私有云平台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默写六大组件名称和功能；画组件协作流程图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本课时对应教材：第13章 私有云平台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本课时视频：云计算OpenStack全集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