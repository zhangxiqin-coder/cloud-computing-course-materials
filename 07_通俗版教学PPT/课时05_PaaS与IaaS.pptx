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PaaS 与 IaaS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分清 PaaS 和 IaaS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知道各自"给开发者什么"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分清 PaaS 和 IaaS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知道各自"给开发者什么"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开网店：你要"租个装修好的店"(PaaS)，还是"租毛坯房自己搞"(IaaS)？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🏠 类比：毛坯房=IaaS，精装房=PaaS，拎包入住=SaaS。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IaaS = 基础设施即服务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给你"毛坯房"（服务器/网络/存储），自己装系统、装软件。例：阿里云ECS、腾讯云CVM。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🧱 地皮和墙给了，装修你自己来。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PaaS = 平台即服务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给你"精装房+工具台"（运行环境都备好），你只管写代码放上去。例：云数据库、开放平台。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🛠️ 连工具都备齐，直接上手干。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一张图记三兄弟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从上到下：IaaS(毛坯) &lt; PaaS(精装) &lt; SaaS(拎包)。越往下，厂商替你管得越多。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📊 厂商管得越多，你越省心。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想快速上线一个小网站，选 IaaS 还是 PaaS 更省力？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为什么说"越往下厂商管越多"？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看视频：《用人话说 IaaS-PaaS-SaaS》+ 天翼云案例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视频号：BV1hf4y1W7yT / BV1Mo4y1R7Sb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看天翼云那段，注意它属于哪一类云服务。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本地文件（U盘直播）：课时05_中国电信天翼云.mp4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排排坐：把 IaaS / PaaS / SaaS 按"厂商管得多 → 少"排队。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IaaS = 毛坯服务器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PaaS = 带环境的平台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SaaS = 现成软件；越下厂商管越多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第2章 · 云计算的服务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用"买房比喻"给家人讲清三者区别。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本课时对应教材：第2章 云计算的服务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本课时视频：《用人话说 IaaS-PaaS-SaaS》+ 天翼云案例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