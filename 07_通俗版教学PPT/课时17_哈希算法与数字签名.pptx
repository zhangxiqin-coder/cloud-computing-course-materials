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哈希算法与数字签名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理解哈希算法的特点和用途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了解MD5和SHA算法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掌握数字签名的原理和作用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理解哈希算法的特点和用途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了解MD5和SHA算法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掌握数字签名的原理和作用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上网存东西、传照片，真的安全吗？今天聊云世界里的"保镖"。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🎯哈希=按手印（每个手指印独一无二但不能还原手指）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哈希算法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哈希算法：将任意长度数据变成固定长度的"指纹"（摘要）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🎯哈希=按手印（每个手指印独一无二但不能还原手指）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哈希特点：不可逆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哈希特点：不可逆（不能从摘要还原原文）、唯一性（不同数据哈希值不同）、确定性（同一数据哈希值不变）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🎯用"按手印"类比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常见哈希算法：MD5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常见哈希算法：MD5（128位，已不安全）、SHA-256（256位，当前推荐）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🎯哈希=按手印（每个手指印独一无二但不能还原手指）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用自己的话，说说什么是「哈希算法」？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「哈希算法」和「哈希特点：不可逆」有什么联系？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看视频：密码学-摘要算法MD5/SHA / 数字签名及数字证书原理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视频号：BV1i44y1C7rZ / BV18N411X7ty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看视频时注意：哈希算法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①判断题：哈希是可逆的（×）②画出数字签名生成和验证流程图 ③简答：数字签名能防止什么？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哈希算法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哈希特点：不可逆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常见哈希算法：MD5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整理哈希算法的4个特点；画图说明数字签名的完整流程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本课时对应教材：第5章 云计算安全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本课时视频：密码学-摘要算法MD5/SHA / 数字签名及数字证书原理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