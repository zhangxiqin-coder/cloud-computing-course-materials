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演示课 · 云安全防护技术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了解防火墙、IDS/IPS等网络安全设备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认识云环境中的访问控制和数据安全措施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了解防火墙、IDS/IPS等网络安全设备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认识云环境中的访问控制和数据安全措施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1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上网存东西、传照片，真的安全吗？今天聊云世界里的"保镖"。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🎯用小区安保类比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防火墙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防火墙：网络大门的保安，按规则放行或拦截流量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🎯用小区安保类比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IDS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IDS（入侵检测系统）：监控网络异常，只报警不拦截（像监控摄像头）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🎯用小区安保类比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IPS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IPS（入侵防御系统）：检测并主动拦截攻击（像保安直接出手）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🎯用小区安保类比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用自己的话，说说什么是「防火墙」？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「防火墙」和「IDS」有什么联系？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看视频：千锋-4小时弄懂什么是防火墙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视频号：BV197411b7Ve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看视频时注意：防火墙 是怎么被老师讲清楚的，记1个关键例子。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本地文件（U盘直播）：（在线播放，无本地文件，需联网）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82296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67712"/>
            <a:ext cx="101498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1565C0"/>
                </a:solidFill>
                <a:latin typeface="Microsoft YaHei"/>
              </a:rPr>
              <a:t>本节课为教师演示课：学生观看投影 + 纸笔记录，不使用任何设备。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第5章复习纸面测试： 15道选择题+判断题，覆盖CIA、加密、哈希、签名、证书、防火墙等知识点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防火墙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IDS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IPS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完成第5章复习思维导图；整理云安全防护体系（4层防御）笔记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本课时对应教材：第5章 云计算安全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本课时视频：千锋-4小时弄懂什么是防火墙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