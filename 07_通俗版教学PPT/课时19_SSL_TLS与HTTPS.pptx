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SSL/TLS与HTTPS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理解SSL/TLS协议的作用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了解HTTPS的工作流程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认识加密技术在HTTPS中的综合应用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理解SSL/TLS协议的作用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了解HTTPS的工作流程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认识加密技术在HTTPS中的综合应用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上网存东西、传照片，真的安全吗？今天聊云世界里的"保镖"。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🛡️ 云安全像小区保安+门锁，厂商管大楼，你管自己房门钥匙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SSL/TLS协议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SSL/TLS协议：在HTTP基础上添加加密层，保护数据传输安全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🛡️ 云安全像小区保安+门锁，厂商管大楼，你管自己房门钥匙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HTTPS = HTTP + SSL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HTTPS = HTTP + SSL/TLS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🔐 数据上云像把贵重物品存银行，银行管金库，你管密码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HTTPS握手流程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HTTPS握手流程：①客户端请求→②服务器返回证书→③客户端验证证书→④协商对称密钥→⑤加密通信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👀 安全三要素像保护一封信：不被偷看(机密)、不被改(完整)、随时能读(可用)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用自己的话，说说什么是「SSL/TLS协议」？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「SSL/TLS协议」和「HTTPS = HTTP」有什么联系？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看视频：240分钟搞懂HTTP和HTTPS协议 / SSL认证视频讲解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视频号：BV1F54y1t7Dx / av53590261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看视频时注意：SSL/TLS协议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①按顺序排列HTTPS握手5步骤 ②标注每一步用到了哪种加密技术 ③画图：完整的HTTPS通信流程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SSL/TLS协议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HTTPS = HTTP +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HTTPS握手流程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画一张完整图，标注HTTPS通信中用到的所有安全技术（对称/非对称加密、哈希、数字证书）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本课时对应教材：第5章 云计算安全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本课时视频：240分钟搞懂HTTP和HTTPS协议 / SSL认证视频讲解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