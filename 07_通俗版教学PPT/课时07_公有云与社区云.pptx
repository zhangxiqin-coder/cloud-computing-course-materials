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公有云与社区云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说出公有云的特点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知道谁在用、适合谁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说出公有云的特点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知道谁在用、适合谁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自来水厂——谁都能接，按吨付钱。这，就是公有云的思路。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🚰 类比：公有云 = 公共自来水，大家共用、按量付费。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公有云 = 厂商建好，谁都能租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例：阿里云、腾讯云、天翼云。便宜、随开随用，但数据在别人家。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🏊 像公共游泳池，谁买票谁游。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优点 vs 缺点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优点：便宜、不用养运维、随开随用。缺点：数据不在自己手里。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⚖️ 省心省钱，但要信任厂商。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社区云 = 几家合建共用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几所学校 / 几家单位合建一个云，省钱又合规。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🤝 像小区共享健身房。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"学校官网放阿里云"属于哪种云？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小创业公司为什么喜欢公有云？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看视频：《阿里云超级数据中心》+《走进微软数据中心》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视频号：BV1kA411N7e5 / BV1cW411t7dk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看数据中心长什么样，理解"成千上万台服务器"就是公有云的家。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本地文件（U盘直播）：课时07_阿里云超级数据中心.mp4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纸上判断：写出"学校官网 / 小公司官网 / 三校联考系统"各适合哪种云。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公有云 = 公共租用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便宜、随开随用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社区云 = 几家共用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查一下你家宽带的"云"是哪家服务商。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本课时对应教材：第3章 云计算的部署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本课时视频：《阿里云超级数据中心》+《走进微软数据中心》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