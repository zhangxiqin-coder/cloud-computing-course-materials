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Linux文件系统与目录结构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理解Linux文件系统层次结构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掌握常用目录的作用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了解Linux一切皆文件的理念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理解Linux文件系统层次结构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掌握常用目录的作用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了解Linux一切皆文件的理念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云背后的服务器大多跑 Linux，认识一下这个"黑窗口"系统。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🎯Linux目录=图书馆分类系统（每个区域放特定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Linux文件系统层次结构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Linux文件系统层次结构（FHS）：根目录(/)开始的树形结构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🎯Linux目录=图书馆分类系统（每个区域放特定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重要目录：/home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重要目录：/home(用户主目录)、/etc(配置文件)、/var(日志数据)、/bin(命令)、/tmp(临时文件)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🎯用途/类比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"一切皆文件"：设备是文件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"一切皆文件"：设备是文件(/dev)、进程信息是文件(/proc)、网络也是文件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🎯Linux目录=图书馆分类系统（每个区域放特定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用自己的话，说说什么是「Linux文件系统层次结」？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「Linux文件系统层次结」和「重要目录：/home」有什么联系？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看视频：韩顺平Linux-文件系统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视频号：BV1Sv411r7vd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看视频时注意：Linux文件系统层次结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①填写Linux目录表格（目录名/用途/类比）②判断绝对路径vs相对路径 ③简答：/etc和/home分别存什么？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Linux文件系统层次结构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重要目录：/home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"一切皆文件"：设备是文件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默写10个Linux重要目录及其作用；练习绝对路径和相对路径的转换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本课时对应教材：第10章 Linux基础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本课时视频：韩顺平Linux-文件系统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