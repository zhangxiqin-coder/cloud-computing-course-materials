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虚拟化原理与Hypervisor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理解Hypervisor的概念和分类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了解Type 1和Type 2的区别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认识虚拟机的组成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理解Hypervisor的概念和分类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了解Type 1和Type 2的区别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79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19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认识虚拟机的组成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7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一台电脑怎么"变"成好多台？虚拟化的魔法今天拆开看。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🎯Type1=直接在地基上盖楼（效率高）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Hypervisor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Hypervisor（虚拟机监视器/VMM）：管理虚拟机的软件层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🎯Type1=直接在地基上盖楼（效率高）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Type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Type 1（裸金属）：直接运行在硬件上，如VMware ESXi、Hyper-V（性能好）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🎯Type1=直接在地基上盖楼（效率高）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Type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Type 2（宿主型）：运行在操作系统上，如VMware Workstation、VirtualBox（易用）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🎯Type1=直接在地基上盖楼（效率高）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用自己的话，说说什么是「Hypervisor」？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「Hypervisor」和「Type 1」有什么联系？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看视频：KVM虚拟化技术-进阶到实战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视频号：BV1S7411871J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看视频时注意：Hypervisor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纸面练习： ①填表对比Type 1 vs Type 2（运行位置/性能/典型产品/适用场景）②画虚拟机架构图 ③简答：为什么企业服务器多用Type 1？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Hypervisor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Type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Type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整理Hypervisor两种类型对比表；画Type 1和Type 2架构对比图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本课时对应教材：第9章 虚拟化基础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本课时视频：KVM虚拟化技术-进阶到实战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