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综合复习三：虚拟化与Linux（第9-10章）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系统复习虚拟化技术和Linux基础知识点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系统复习虚拟化技术和Linux基础知识点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375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全部内容串一遍，查漏补缺，准备期末大考。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🧩 复习像拼图，把零散知识点拼成一张大图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第9章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第9章：虚拟化概念、Hypervisor(Type 1/Type 2)、VMware、KVM、Docker、虚拟网络与存储、虚拟化与云计算关系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🧩 复习像拼图，把零散知识点拼成一张大图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第10章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第10章：Linux概述、文件系统目录结构、常用命令(文件/目录/权限)、用户管理、Linux在云计算中的应用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🗺️ 总复习像画地图，标出哪座山(重点)哪条河(难点)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记住这一条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第9章：虚拟化概念、Hypervisor(Type 1/Type 2)、VMware、KVM、Docker、虚拟网络与存储、虚拟化与云计算关系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✅ 期末像大考前的体检，查漏补缺才放心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用自己的话，说说什么是「第9章」？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「第9章」和「第10章」有什么联系？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看视频：（见教案视频链接）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视频号：（教案未列明）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看视频时注意：第9章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复习测试三： 30道题，覆盖第9-10章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第9章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第10章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回顾本节课3个重点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完善第9-10章知识框架图；复习错题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本课时对应教材：第14章 综合复习与期末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本课时视频：（见教案视频链接）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