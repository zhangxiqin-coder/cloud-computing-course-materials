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云计算行业应用与第二单元复习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了解云计算在各行业的应用案例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复习第5-6章全部知识点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了解云计算在各行业的应用案例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复习第5-6章全部知识点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云是谁在卖、怎么卖钱的？带你看看云计算这门生意。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🛒 云市场像家电卖场，按需租不用买断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云计算+教育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云计算+教育：在线教育平台、智慧校园、教育云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🛒 云市场像家电卖场，按需租不用买断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云计算+医疗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云计算+医疗：远程医疗、医疗影像云、电子病历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💰 云服务像水电表，用多少付多少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云计算+金融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云计算+金融：金融云、风控大数据、移动支付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🏪 选云厂商像选手机套餐，比价格也比服务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用自己的话，说说什么是「云计算+教育」？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「云计算+教育」和「云计算+医疗」有什么联系？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看视频：北京理工大学-虚拟化与云计算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视频号：BV1RJ411T7LD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看视频时注意：云计算+教育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第二单元综合测试： 20道题（10选择+5判断+5填空），覆盖第5-6章全部知识点，限时20分钟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云计算+教育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云计算+医疗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云计算+金融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完善思维导图；预习第7章计算机网络基础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本课时对应教材：第6章 云计算市场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本课时视频：北京理工大学-虚拟化与云计算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