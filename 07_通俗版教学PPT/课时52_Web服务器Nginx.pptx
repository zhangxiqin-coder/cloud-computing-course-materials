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Web服务器Nginx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了解Nginx的特点和优势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认识反向代理和负载均衡的概念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对比Apache与Nginx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了解Nginx的特点和优势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认识反向代理和负载均衡的概念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对比Apache与Nginx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你刷的网页、点的接口，背后是 Web 服务在撑着，今天看门道。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🎯正向代理=代购(你告诉代购买什么)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Nginx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Nginx：高性能Web服务器和反向代理服务器，开源免费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🎯正向代理=代购(你告诉代购买什么)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Nginx特点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Nginx特点：高并发能力强、内存占用少、可做反向代理和负载均衡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🎯正向代理=代购(你告诉代购买什么)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正向代理：代理客户端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正向代理：代理客户端（翻墙工具），客户端知道目标服务器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🎯正向代理=代购(你告诉代购买什么)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用自己的话，说说什么是「Nginx」？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「Nginx」和「Nginx特点」有什么联系？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看视频：尚硅谷Nginx教程 / 狂神说Nginx入门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视频号：BV1yS4y1N76R / BV1F5411J7vK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看视频时注意：Nginx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①填表：Apache vs Nginx对比 ②画图：正向代理vs反向代理 ③画负载均衡架构图 ④简答：为什么大网站都用Nginx？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Nginx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Nginx特点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正向代理：代理客户端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整理Apache vs Nginx对比表；画反向代理+负载均衡架构图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本课时对应教材：第11章 Web服务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本课时视频：尚硅谷Nginx教程 / 狂神说Nginx入门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