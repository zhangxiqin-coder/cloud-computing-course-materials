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演示课 · Linux常用命令（一）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掌握文件和目录操作命令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了解命令的基本格式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掌握文件和目录操作命令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了解命令的基本格式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云背后的服务器大多跑 Linux，认识一下这个"黑窗口"系统。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🎯命令=给管家的指令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命令格式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命令格式：命令 [选项] [参数]，如 ls -l /home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🎯命令=给管家的指令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目录操作：pwd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目录操作：pwd(显示当前目录)、cd(切换目录)、ls(列出文件)、mkdir(创建目录)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🎯命令=给管家的指令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文件操作：touch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文件操作：touch(创建文件)、cp(复制)、mv(移动/重命名)、rm(删除)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🎯命令=给管家的指令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用自己的话，说说什么是「命令格式」？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「命令格式」和「目录操作：pwd」有什么联系？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看视频：韩顺平Linux-常用命令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视频号：BV1Sv411r7vd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看视频时注意：命令格式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82296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67712"/>
            <a:ext cx="10149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1565C0"/>
                </a:solidFill>
                <a:latin typeface="Microsoft YaHei"/>
              </a:rPr>
              <a:t>本节课为教师演示课：学生观看投影 + 纸笔记录，不使用任何设备。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①写出指定操作的命令（创建目录/删除文件/复制目录/查看文件内容）②判断命令选项的含义 ③写出从/home到/etc的命令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命令格式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目录操作：pwd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文件操作：touch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默写10个文件/目录操作命令及功能；练习写出指定场景的命令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本课时对应教材：第10章 Linux基础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本课时视频：韩顺平Linux-常用命令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