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传输层协议：TCP与UDP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理解TCP和UDP的区别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了解TCP三次握手过程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认识两种协议的适用场景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理解TCP和UDP的区别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了解TCP三次握手过程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认识两种协议的适用场景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🎯喂？→我听到了→好的我们开始聊）TCP应用：网页浏览(HTTP)、文件传输(FTP)、电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TCP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TCP：面向连接、可靠传输、三次握手建立连接、四次挥手断开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🎯喂？→我听到了→好的我们开始聊）TCP应用：网页浏览(HTTP)、文件传输(FTP)、电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UDP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UDP：无连接、不可靠、速度快、开销小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🎯喂？→我听到了→好的我们开始聊）TCP应用：网页浏览(HTTP)、文件传输(FTP)、电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TCP三次握手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TCP三次握手：SYN→SYN+ACK→ACK（打电话类比：喂？→我听到了→好的我们开始聊）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🎯喂？→我听到了→好的我们开始聊）TCP应用：网页浏览(HTTP)、文件传输(FTP)、电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用自己的话，说说什么是「TCP」？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「TCP」和「UDP」有什么联系？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看视频：计算机网络微课堂-TCP三次握手 / 网络协议入门到精通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视频号：BV1c4411d7jb / BV1Fy4y1Y7n6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看视频时注意：TCP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①填表对比TCP vs UDP（连接方式、可靠性、速度、应用场景）②画出三次握手流程图 ③判断题：视频直播用TCP（×）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TCP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UDP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TCP三次握手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画三次握手和四次挥手流程图；各举2个TCP和UDP的应用例子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本课时视频：计算机网络微课堂-TCP三次握手 / 网络协议入门到精通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