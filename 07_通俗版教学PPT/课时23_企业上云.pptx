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企业上云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了解企业上云的动机和流程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认识云迁移的策略和挑战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理解混合云的概念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了解企业上云的动机和流程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认识云迁移的策略和挑战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理解混合云的概念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云是谁在卖、怎么卖钱的？带你看看云计算这门生意。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🎯企业上云=从自建仓库搬到物流公司（按需使用、弹性扩展）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企业上云动机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企业上云动机：降低成本、弹性扩展、专注业务、加速创新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🎯企业上云=从自建仓库搬到物流公司（按需使用、弹性扩展）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云迁移策略：重新托管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云迁移策略：重新托管（Lift &amp; Shift）、重构、修改、替换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🎯企业上云=从自建仓库搬到物流公司（按需使用、弹性扩展）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混合云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混合云：公有云+私有云组合，核心数据放私有云、弹性业务放公有云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🎯企业上云=从自建仓库搬到物流公司（按需使用、弹性扩展）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用自己的话，说说什么是「企业上云动机」？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「企业上云动机」和「云迁移策略：重新托管」有什么联系？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看视频：企业如何部署混合云 / 企业上云指南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视频号：BV1f54y1R74z / BV1EE411A7C9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看视频时注意：企业上云动机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①排列企业上云的步骤 ②情景分析题：一家医院要上云，核心病历系统和在线挂号系统分别该怎么部署？为什么？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企业上云动机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云迁移策略：重新托管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混合云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写一段话分析"为什么有些企业选择混合云而不是全部上公有云"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本课时对应教材：第6章 云计算市场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本课时视频：企业如何部署混合云 / 企业上云指南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