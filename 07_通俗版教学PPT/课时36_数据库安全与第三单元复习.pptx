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数据库安全与第三单元复习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了解数据库安全措施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复习第7-8章全部知识点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了解数据库安全措施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复习第7-8章全部知识点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聊天记录、订单、成绩……全存在"数据库"里，它到底是什么？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📒 数据库像超级大表格，查数据=翻目录找格子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数据库安全威胁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数据库安全威胁：SQL注入、未授权访问、数据泄露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📒 数据库像超级大表格，查数据=翻目录找格子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安全措施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安全措施：权限控制、数据加密、审计日志、定期备份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🗂️ 表/行/列像Excel：一张表是一张Sheet，一行是一条记录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SQL注入原理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SQL注入原理：通过输入恶意SQL语句获取或破坏数据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🔑 主键像身份证号，唯一定位一条记录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用自己的话，说说什么是「数据库安全威胁」？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「数据库安全威胁」和「安全措施」有什么联系？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看视频：老杜MySQL-数据库安全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视频号：BV1Vy4y1z7EX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看视频时注意：数据库安全威胁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第三单元综合测试： 20道题，覆盖第7-8章（网络+数据库），限时20分钟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数据库安全威胁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安全措施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SQL注入原理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完善思维导图；预习第9章虚拟化基础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本课时对应教材：第8章 数据库基础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本课时视频：老杜MySQL-数据库安全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