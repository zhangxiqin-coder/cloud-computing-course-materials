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腾讯云实践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了解腾讯云主要产品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对比阿里云与腾讯云的差异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认识腾讯云在音视频领域的优势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了解腾讯云主要产品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对比阿里云与腾讯云的差异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认识腾讯云在音视频领域的优势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阿里云、腾讯云怎么用？带你看公有云平台的"控制台"。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🏢 公有云控制台像自助机，点几下就能开一台电脑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腾讯云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腾讯云：腾讯旗下云平台，在音视频/游戏领域优势突出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🏢 公有云控制台像自助机，点几下就能开一台电脑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CVM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CVM(云服务器)：对应阿里云ECS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☁️ 开云服务器像租共享办公室，随时退租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COS(对象存储)：对应阿里云OSS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📦 云产品像积木，按需拼出你要的系统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用自己的话，说说什么是「腾讯云」？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「腾讯云」和「CVM」有什么联系？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看视频：（见教案视频链接）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视频号：（教案未列明）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看视频时注意：腾讯云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①填表：阿里云 vs 腾讯云产品对应关系 ②场景题：做直播平台选哪个云？为什么？ ③简答：腾讯云的核心优势是什么？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腾讯云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CVM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整理阿里云vs腾讯云对比表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本课时对应教材：第12章 公有云平台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本课时视频：（见教案视频链接）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