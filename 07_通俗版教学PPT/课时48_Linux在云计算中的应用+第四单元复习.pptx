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Linux在云计算中的应用 + 第四单元复习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了解Linux在云计算中的实际应用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复习第9-10章全部知识点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了解Linux在云计算中的实际应用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复习第9-10章全部知识点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云背后的服务器大多跑 Linux，认识一下这个"黑窗口"系统。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🖥️ Linux 像出租车的计价器后台，看不见但一直在跑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Linux在云计算中的角色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Linux在云计算中的角色：云服务器操作系统、容器宿主机、云平台管理节点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🖥️ Linux 像出租车的计价器后台，看不见但一直在跑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Linux + KVM = IaaS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Linux + KVM = IaaS云平台基础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⌨️ 敲命令像给服务员点单，指令就是菜名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Linux + Docker = 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Linux + Docker = 容器云基础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📁 目录结构像图书馆书架，一层层往下找书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用自己的话，说说什么是「Linux在云计算中的角」？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「Linux在云计算中的角」和「Linux + KVM」有什么联系？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看视频：千锋Linux云计算基础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视频号：BV1pz4y1D73n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看视频时注意：Linux在云计算中的角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第四单元综合测试： 20道题，覆盖第9-10章（虚拟化+Linux），限时20分钟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Linux在云计算中的角色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Linux + KVM = 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Linux + Docker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第10章 · Linux基础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完善思维导图；预习第11章Web服务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本课时对应教材：第10章 Linux基础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本课时视频：千锋Linux云计算基础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