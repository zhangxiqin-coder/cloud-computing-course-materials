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SQL语言入门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了解SQL语言的概念和分类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掌握基本的增删改查(CRUD)语句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了解SQL语言的概念和分类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掌握基本的增删改查(CRUD)语句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聊天记录、订单、成绩……全存在"数据库"里，它到底是什么？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🎯SQL=跟数据库"说话"的语言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SQL(结构化查询语言)：操作数据库的标准语言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🎯SQL=跟数据库"说话"的语言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SQL分类：DDL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SQL分类：DDL(数据定义)、DML(数据操作)、DQL(数据查询)、DCL(数据控制)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🎯SQL=跟数据库"说话"的语言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SELECT查询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SELECT查询：SELECT 字段 FROM 表 WHERE 条件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🎯SQL=跟数据库"说话"的语言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用自己的话，说说什么是「SQL」？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「SQL」和「SQL分类：DDL」有什么联系？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看视频：从零开始学SQL（38分钟入门）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视频号：BV1634y1R77q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看视频时注意：SQL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①根据给定学生表，写出查询所有男生的SQL ②写插入一条新记录的SQL ③写修改某同学成绩的SQL ④写删除某条记录的SQL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SQL分类：DDL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SELECT查询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默写CRUD四条SQL语句模板；练习5道SQL手写题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本课时对应教材：第8章 数据库基础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本课时视频：从零开始学SQL（38分钟入门）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