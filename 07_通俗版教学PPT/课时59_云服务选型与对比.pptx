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云服务选型与对比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了解云服务选型的考量因素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认识不同业务场景的选云建议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了解云迁移的基本流程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了解云服务选型的考量因素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认识不同业务场景的选云建议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了解云迁移的基本流程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阿里云、腾讯云怎么用？带你看公有云平台的"控制台"。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🏢 公有云控制台像自助机，点几下就能开一台电脑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选型考量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选型考量：价格、性能、服务种类、技术支持、合规要求、地域覆盖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🏢 公有云控制台像自助机，点几下就能开一台电脑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不同场景选云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不同场景选云：政务=华为云、游戏=腾讯云、电商=阿里云、出海=AWS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☁️ 开云服务器像租共享办公室，随时退租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云迁移流程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云迁移流程：评估→规划→迁移→测试→优化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📦 云产品像积木，按需拼出你要的系统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用自己的话，说说什么是「选型考量」？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「选型考量」和「不同场景选云」有什么联系？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看视频：企业如何部署混合云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视频号：BV1f54y1R74z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看视频时注意：选型考量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①填表：6个选型考量因素 ②5个场景选云题（政务/游戏/电商/出海/创业）③简答：什么是厂商锁定？如何避免？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选型考量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不同场景选云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云迁移流程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为一个指定场景（如在线教育平台）写一份选云建议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本课时对应教材：第12章 公有云平台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本课时视频：企业如何部署混合云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