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数字证书与PKI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理解数字证书的作用和结构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了解CA机构和PKI体系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认识证书在HTTPS中的应用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理解数字证书的作用和结构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了解CA机构和PKI体系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认识证书在HTTPS中的应用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上网存东西、传照片，真的安全吗？今天聊云世界里的"保镖"。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🎯数字证书=身份证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数字证书：由权威机构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数字证书：由权威机构（CA）签发的"网络身份证"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🎯数字证书=身份证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CA（Certificate Authority）：受信任的第三方机构，负责颁发和管理证书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🎯用"身份证"类比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PKI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PKI（公钥基础设施）：CA + 证书 + 密钥管理的完整体系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🎯数字证书=身份证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用自己的话，说说什么是「数字证书：由权威机构」？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「数字证书：由权威机构」和「CA」有什么联系？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看视频：证书是什么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视频号：BV1JS4y127ed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看视频时注意：数字证书：由权威机构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①填写数字证书包含的信息表格 ②画出信任链示意图 ③简答：如果CA被黑客控制会怎样？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数字证书：由权威机构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PKI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画出PKI体系结构图；列举3个日常生活中使用数字证书的场景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本课时对应教材：第5章 云计算安全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本课时视频：证书是什么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