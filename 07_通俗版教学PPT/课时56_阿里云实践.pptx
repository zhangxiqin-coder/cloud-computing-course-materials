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阿里云实践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了解阿里云主要产品和服务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认识ECS云服务器、RDS云数据库、OSS对象存储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了解阿里云主要产品和服务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认识ECS云服务器、RDS云数据库、OSS对象存储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阿里云、腾讯云怎么用？带你看公有云平台的"控制台"。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🎯ECS=租电脑、RDS=雇数据库管家、OSS=租仓库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阿里云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阿里云：中国市场份额第一的云计算厂商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🎯ECS=租电脑、RDS=雇数据库管家、OSS=租仓库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ECS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ECS(弹性计算服务)：云服务器，相当于租一台远程电脑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🎯ECS=租电脑、RDS=雇数据库管家、OSS=租仓库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ECS配置选择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ECS配置选择：CPU核数、内存大小、磁盘容量、带宽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🎯ECS=租电脑、RDS=雇数据库管家、OSS=租仓库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用自己的话，说说什么是「阿里云」？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「阿里云」和「ECS」有什么联系？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看视频时注意：阿里云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①填表：ECS/RDS/OSS功能对比 ②场景题：做一个图片分享网站需要哪些云服务？ ③计算题：按量付费vs包月哪个更便宜？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阿里云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ECS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ECS配置选择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整理阿里云三大产品对比表；设计一个网站上云方案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本课时对应教材：第12章 公有云平台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