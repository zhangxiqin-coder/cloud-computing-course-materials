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SaaS 软件即服务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能解释 SaaS 是什么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随手举出3个 SaaS 例子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能解释 SaaS 是什么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随手举出3个 SaaS 例子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你不用装软件，打开网页或App就能用——这，就是 SaaS。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🍽️ 类比：去餐厅吃饭(SaaS) vs 买菜回家自己做(自己装软件)。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SaaS = 软件即服务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厂商把软件放云上，你按月或免费直接用。例：微信、钉钉、网易邮箱、百度网盘。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📦 现成的，打开就用。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好处：不装、不维护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换个手机登录还能用，更新由厂商管。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🔧 你只管用，修理工是厂商。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三兄弟里它最"省心"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SaaS 是 IaaS / PaaS / SaaS 里，用户要操心最少的一个。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🛋️ 类比：SaaS = 拎包入住。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你手机里哪些App是"打开就用、不用装插件"的？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为什么小公司爱用 SaaS？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看视频：《用人话说 IaaS-PaaS-SaaS》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视频号：BV1hf4y1W7yT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视频用"种水果"比喻三者，重点看 SaaS 那段。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本地文件（U盘直播）：课时04_用人话说IaaS-PaaS-SaaS.mp4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纸上分类：把"微信 / 美图秀秀网页版 / 网易云音乐"圈出哪些是 SaaS。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SaaS = 直接用现成软件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不用装、不用维护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微信、钉钉都是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列出你手机里3个 SaaS 应用。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本课时对应教材：第2章 云计算的服务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本课时视频：《用人话说 IaaS-PaaS-SaaS》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