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演示课 · 私有云部署与应用 + 第十三章复习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了解私有云部署的基本流程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认识私有云在各行业的应用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复习第13章知识点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了解私有云部署的基本流程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认识私有云在各行业的应用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复习第13章知识点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不想把数据放别人家？自己搭一个私有云，今天试试。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🏰 私有云=自家院子，钥匙全在你手里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私有云部署流程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私有云部署流程：规划→硬件准备→安装OpenStack→配置组件→测试验收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🏰 私有云=自家院子，钥匙全在你手里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私有云应用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私有云应用：政务云、金融云、企业内部云、科研云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🔒 自己建机房像自己打井，水干净但要自己维护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私有云运维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私有云运维：监控告警、容量规划、安全加固、版本升级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🏭 企业私有云像厂内专线，外人进不来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用自己的话，说说什么是「私有云部署流程」？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「私有云部署流程」和「私有云应用」有什么联系？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看视频：OpenStack双节点搭建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视频号：BV1rA411b7Yp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看视频时注意：私有云部署流程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82296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10149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1565C0"/>
                </a:solidFill>
                <a:latin typeface="Microsoft YaHei"/>
              </a:rPr>
              <a:t>本节课为教师演示课：学生观看投影 + 纸笔记录，不使用任何设备。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第13章测试： 15道题，覆盖私有云/OpenStack架构/六大组件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私有云部署流程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私有云应用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私有云运维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整理第13章笔记；开始准备期末复习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本课时对应教材：第13章 私有云平台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本课时视频：OpenStack双节点搭建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