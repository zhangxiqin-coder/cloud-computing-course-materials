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演示课 · 演示课：Gitee 代码托管体验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看懂"代码也存在云上"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明白"版本管理"有什么用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看懂"代码也存在云上"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明白"版本管理"有什么用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写好的作业怕丢？代码也一样——放云上最保险，还能多人一起写。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🗄️ 类比：Gitee 像是代码的"网盘 + 保险箱"。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Gitee / GitHub 是什么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代码的"网盘+保险箱"，还能多人一起改同一份。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📚 像班级共享笔记本，谁都能补两笔。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版本管理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每次保存都留记录，改错了能退回上一版。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⏪ 像游戏存档，打输了读档重来。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它是云的典型用法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开发者把代码"托管"在云上，不占自己电脑。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☁️ 这就是前面说的 SaaS / PaaS 落地。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如果你的作业只存在桌面，电脑坏了会怎样？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"能退回上一版"为什么重要？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看视频：《使用 Gitee 上传代码》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视频号：BV1Mh4y1Y73m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看老师怎么把代码"推"到云上，注意版本号的变化。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本地文件（U盘直播）：课时06_使用gitee上传代码.mp4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82296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67712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1565C0"/>
                </a:solidFill>
                <a:latin typeface="Microsoft YaHei"/>
              </a:rPr>
              <a:t>本节课为教师演示课：学生观看投影 + 纸笔记录，不使用任何设备。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纸上画"代码保险箱"：写出 v1 / v2 / v3，画退回箭头。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代码也存云上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有版本记录能回退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多人协作不冲突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注册一个网盘，体验一次"存到云上"。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本课时对应教材：第2章 云计算的服务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本课时视频：《使用 Gitee 上传代码》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