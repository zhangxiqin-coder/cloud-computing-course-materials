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数据库基础概念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理解数据库、数据库管理系统(DBMS)的概念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认识关系型和非关系型数据库的区别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理解数据库、数据库管理系统(DBMS)的概念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认识关系型和非关系型数据库的区别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聊天记录、订单、成绩……全存在"数据库"里，它到底是什么？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🎯数据库=文件柜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数据库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数据库(DB)：有组织地存储数据的容器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🎯数据库=文件柜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数据库管理系统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数据库管理系统(DBMS)：管理数据库的软件，如MySQL、Oracle、SQL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🎯用"文件柜"类比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关系型数据库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关系型数据库：用表格存储数据，表与表之间有关系（MySQL、Oracle）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🎯数据库=文件柜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用自己的话，说说什么是「数据库」？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「数据库」和「数据库管理系统」有什么联系？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看视频：数据分析SQL零基础入门-关系型数据库基础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视频号：BV1DA411e7QU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看视频时注意：数据库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①填表：数据库相关概念（DB/DBMS/DBA/DBS含义）②对比关系型vs非关系型数据库 ③简答：为什么淘宝要用两种数据库？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数据库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数据库管理系统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关系型数据库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第8章 · 数据库基础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整理数据库术语表；举出3个生活中使用数据库的场景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本课时对应教材：第8章 数据库基础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本课时视频：数据分析SQL零基础入门-关系型数据库基础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