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演示课 · VMware虚拟化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了解VMware产品系列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认识VMware Workstation和ESXi的区别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了解虚拟机的创建和管理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了解VMware产品系列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认识VMware Workstation和ESXi的区别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了解虚拟机的创建和管理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一台电脑怎么"变"成好多台？虚拟化的魔法今天拆开看。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🏘️ 虚拟化=一幢楼隔成多间，各住各的互不干扰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VMware产品系列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VMware产品系列：Workstation(桌面)、ESXi(服务器)、vSphere(企业平台)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🏘️ 虚拟化=一幢楼隔成多间，各住各的互不干扰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VMware Workstation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VMware Workstation：Type 2，运行在Windows/Linux上，适合个人学习和测试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🧊 一块大冰格分成一格格，各装各的饮料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VMware ESXi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VMware ESXi：Type 1，直接安装在服务器硬件上，企业级虚拟化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🖥️ 一台物理机"分身"成多台虚拟机，像一人分饰多角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用自己的话，说说什么是「VMware产品系列」？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「VMware产品系列」和「VMware Works」有什么联系？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看视频：VMware虚拟化教程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视频号：BV1bU411U7rp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看视频时注意：VMware产品系列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82296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1565C0"/>
                </a:solidFill>
                <a:latin typeface="Microsoft YaHei"/>
              </a:rPr>
              <a:t>本节课为教师演示课：学生观看投影 + 纸笔记录，不使用任何设备。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①填表：Workstation vs ESXi对比 ②排列创建虚拟机的步骤 ③简答：快照和克隆有什么区别？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VMware产品系列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VMware Workstati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VMware ESXi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整理VMware产品对比表；描述创建虚拟机的步骤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本课时对应教材：第9章 虚拟化基础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本课时视频：VMware虚拟化教程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