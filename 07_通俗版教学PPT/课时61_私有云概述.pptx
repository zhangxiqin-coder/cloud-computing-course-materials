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私有云概述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理解私有云的概念和特点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认识私有云与公有云的区别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了解私有云的适用场景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理解私有云的概念和特点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认识私有云与公有云的区别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了解私有云的适用场景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不想把数据放别人家？自己搭一个私有云，今天试试。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🎯用"自建房"类比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私有云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私有云：企业自建或专享的云平台，资源独享，数据可控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🎯用"自建房"类比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私有云特点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私有云特点：数据安全可控、定制化强、初期投入大、运维需自建团队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🎯用"自建房"类比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私有云适用场景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私有云适用场景：政府/金融/军事等对数据安全要求极高的行业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🎯用"自建房"类比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用自己的话，说说什么是「私有云」？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「私有云」和「私有云特点」有什么联系？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看视频：北京理工大学-虚拟化与云计算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视频号：BV1RJ411T7LD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看视频时注意：私有云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①填表：公有云vs私有云vs混合云对比 ②场景题：医院/游戏公司/军队分别选什么云？ ③简答：为什么政府多选私有云？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私有云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私有云特点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私有云适用场景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整理三种云部署模式对比表；了解OpenStack是什么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本课时对应教材：第13章 私有云平台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本课时视频：北京理工大学-虚拟化与云计算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