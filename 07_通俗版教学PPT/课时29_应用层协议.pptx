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应用层协议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了解HTTP、DNS、FTP、DHCP等常见应用层协议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理解DNS域名解析过程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了解HTTP、DNS、FTP、DHCP等常见应用层协议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理解DNS域名解析过程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你点开一个网页，数据是怎么"跑"到眼前的？揭秘网络。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🎯DNS=电话簿（名字→号码）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HTTP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HTTP：超文本传输协议，浏览器与服务器之间的通信协议（请求-响应模式）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🎯DNS=电话簿（名字→号码）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DNS：域名系统，将域名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DNS：域名系统，将域名(www.baidu.com)翻译成IP地址(14.215.177.39)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🎯用"电话簿"类比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DNS解析过程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DNS解析过程：浏览器缓存→本地DNS→根DNS→顶级DNS→权威DNS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🎯DNS=电话簿（名字→号码）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用自己的话，说说什么是「HTTP」？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「HTTP」和「DNS：域名系统，将域名」有什么联系？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看视频：计算机网络微课堂-DNS协议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视频号：BV1c4411d7jb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看视频时注意：HTTP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①排列DNS解析步骤 ②填表：各协议功能（HTTP/DNS/FTP/DHCP）③简答：为什么要用域名而不是直接用IP？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HTTP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DNS：域名系统，将域名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DNS解析过程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画出DNS域名解析的完整流程图；整理4个应用层协议的功能表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本课时对应教材：第7章 计算机网络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本课时视频：计算机网络微课堂-DNS协议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