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KVM虚拟化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了解KVM的概念和特点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认识KVM与QEMU的关系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了解KVM在云计算中的应用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了解KVM的概念和特点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认识KVM与QEMU的关系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了解KVM在云计算中的应用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一台电脑怎么"变"成好多台？虚拟化的魔法今天拆开看。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🏘️ 虚拟化=一幢楼隔成多间，各住各的互不干扰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KVM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KVM（Kernel-based Virtual Machine）：Linux内核内置的虚拟化模块，Type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🏘️ 虚拟化=一幢楼隔成多间，各住各的互不干扰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KVM特点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KVM特点：开源免费、性能接近物理机、Linux内核集成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🧊 一块大冰格分成一格格，各装各的饮料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QEMU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QEMU：模拟硬件设备，与KVM配合实现完整虚拟化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🖥️ 一台物理机"分身"成多台虚拟机，像一人分饰多角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用自己的话，说说什么是「KVM」？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「KVM」和「KVM特点」有什么联系？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看视频：KVM虚拟化介绍与演示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视频号：BV1ix411f7zu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看视频时注意：KVM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①填表：VMware vs KVM对比（开源/费用/性能/适用场景）②简答：为什么OpenStack选择KVM？ ③画KVM+QEMU架构图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KVM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KVM特点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QEMU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整理KVM与VMware对比表；简述KVM+QEMU的分工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本课时对应教材：第9章 虚拟化基础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本课时视频：KVM虚拟化介绍与演示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