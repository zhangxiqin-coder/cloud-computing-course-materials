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试卷讲评与课程总结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讲解期末试卷答案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分析全班考试情况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总结全课程学习成果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讲解期末试卷答案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分析全班考试情况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总结全课程学习成果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期末考试成绩分析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期末考试成绩分析：平均分、及格率、优秀率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高频错题讲解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高频错题讲解：分析错误原因，巩固薄弱知识点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课程总结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课程总结：回顾13章知识体系，串联云计算全貌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用自己的话，说说什么是「期末考试成绩分析」？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「期末考试成绩分析」和「高频错题讲解」有什么联系？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看视频：虚拟化与云计算（总结篇）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视频号：BV1RJ411T7LD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看视频时注意：期末考试成绩分析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纸上小结：写出本节课的3个关键词，并各写1句人话解释。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期末考试成绩分析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高频错题讲解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课程总结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感谢同学们的学习！云计算之路才刚刚开始，保持好奇心，持续学习！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本课时视频：虚拟化与云计算（总结篇）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