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期末考试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通过闭卷考试全面考核学生对云计算基础课程的掌握程度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通过闭卷考试全面考核学生对云计算基础课程的掌握程度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全部内容串一遍，查漏补缺，准备期末大考。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期末试卷：100道题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期末试卷：100道题（60选择+20判断+10填空+10简答），满分100分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覆盖全书第1-13章全部内容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覆盖全书第1-13章全部内容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总复习像画地图，标出哪座山(重点)哪条河(难点)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考试时间：90分钟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考试时间：90分钟（闭卷）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期末像大考前的体检，查漏补缺才放心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用自己的话，说说什么是「期末试卷：100道题」？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「期末试卷：100道题」和「覆盖全书第1-13章全部」有什么联系？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看视频时注意：期末试卷：100道题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期末考试（闭卷，80分钟）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期末试卷：100道题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覆盖全书第1-13章全部内容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考试时间：90分钟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下节课公布成绩并讲评试卷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本课时对应教材：第14章 综合复习与期末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