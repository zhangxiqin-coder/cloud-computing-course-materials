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37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第9章 · 虚拟化基础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11274552" cy="1371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06984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400" b="1" a:ea="Microsoft YaHei" a:cs="Microsoft YaHei">
                <a:solidFill>
                  <a:srgbClr val="1565C0"/>
                </a:solidFill>
                <a:latin typeface="Microsoft YaHei"/>
              </a:rPr>
              <a:t>虚拟化技术概述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🎯 本节课目标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6908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理解虚拟化的概念和核心思想</a:t>
            </a:r>
          </a:p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了解虚拟化的类型和优势</a:t>
            </a:r>
          </a:p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认识虚拟化与云计算的关系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126480"/>
            <a:ext cx="11274552" cy="54864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153912"/>
            <a:ext cx="10972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1" a:ea="Microsoft YaHei" a:cs="Microsoft YaHei">
                <a:solidFill>
                  <a:srgbClr val="FFFFFF"/>
                </a:solidFill>
                <a:latin typeface="Microsoft YaHei"/>
              </a:rPr>
              <a:t>教师投影 · 学生只看屏（课堂无手机、无电脑）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37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第9章 · 虚拟化基础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🎯 这节课你要会这些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理解虚拟化的概念和核心思想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4612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了解虚拟化的类型和优势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97679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389119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认识虚拟化与云计算的关系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44067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（能用自己的话说出来，就算学会了）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37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第9章 · 虚拟化基础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💡 先聊个生活里的例子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21945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00"/>
              </a:spcAft>
            </a:pPr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一台电脑怎么"变"成好多台？虚拟化的魔法今天拆开看。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63440"/>
            <a:ext cx="10698480" cy="10972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E65100"/>
                </a:solidFill>
                <a:latin typeface="Microsoft YaHei"/>
              </a:rPr>
              <a:t>🎯虚拟化=合租房（一套房子隔成多间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4360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👇 带着这个例子，看下面的知识点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37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第9章 · 虚拟化基础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虚拟化定义：将物理资源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虚拟化定义：将物理资源（CPU/内存/硬盘/网络）抽象为虚拟资源，供多个虚拟机共享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🎯虚拟化=合租房（一套房子隔成多间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37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第9章 · 虚拟化基础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虚拟化核心思想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虚拟化核心思想：一台物理机运行多个虚拟机，提高资源利用率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🎯用"合租房"类比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37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第9章 · 虚拟化基础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虚拟化类型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虚拟化类型：服务器虚拟化、桌面虚拟化、网络虚拟化、存储虚拟化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🎯虚拟化=合租房（一套房子隔成多间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37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第9章 · 虚拟化基础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🤔 想一想（举手或同桌讨论）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用自己的话，说说什么是「虚拟化定义：将物理资源」？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6616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65760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「虚拟化定义：将物理资源」和「虚拟化核心思想」有什么联系？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3776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（不用写，想清楚、能说出来就行）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37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第9章 · 虚拟化基础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E7D32"/>
                </a:solidFill>
                <a:latin typeface="Microsoft YaHei"/>
              </a:rPr>
              <a:t>🎬 看视频：KVM虚拟化介绍与演示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0584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E7D32"/>
                </a:solidFill>
                <a:latin typeface="Microsoft YaHei"/>
              </a:rPr>
              <a:t>📺 视频号：BV1ix411f7zu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👀 看的时候注意：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10698480" cy="10058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9319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0" a:ea="Microsoft YaHei" a:cs="Microsoft YaHei">
                <a:solidFill>
                  <a:srgbClr val="212121"/>
                </a:solidFill>
                <a:latin typeface="Microsoft YaHei"/>
              </a:rPr>
              <a:t>• 看视频时注意：虚拟化定义：将物理资源 是怎么被老师讲清楚的，记1个关键例子。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29200"/>
            <a:ext cx="10698480" cy="100584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1206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a:ea="Microsoft YaHei" a:cs="Microsoft YaHei">
                <a:solidFill>
                  <a:srgbClr val="E65100"/>
                </a:solidFill>
                <a:latin typeface="Microsoft YaHei"/>
              </a:rPr>
              <a:t>💾 本地文件（U盘直播）：（在线播放，无本地文件，需联网）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1792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⚠️ 断网也能播本地文件；在线打不开就跳过，改纸上活动。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37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第9章 · 虚拟化基础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1565C0"/>
                </a:solidFill>
                <a:latin typeface="Microsoft YaHei"/>
              </a:rPr>
              <a:t>✏️ 课堂小活动（纸上完成）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54680"/>
            <a:ext cx="10698480" cy="23774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337560"/>
            <a:ext cx="1014984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纸面练习： ①填表：物理机 vs 虚拟机对比（利用率/成本/部署速度/隔离性）②简答：为什么说虚拟化是云计算的基础？ ③画图：一台物理机→Hypervisor→3个虚拟机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📝 活动结果同桌互查，老师抽查3组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37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第9章 · 虚拟化基础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✅ 这节课记住这3句话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1. 虚拟化定义：将物理资源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2900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5204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2. 虚拟化核心思想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1772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709159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3. 虚拟化类型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85215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🗣️ 合上书，能背出这3句 = 达标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37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第9章 · 虚拟化基础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📒 课后小任务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20116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E65100"/>
                </a:solidFill>
                <a:latin typeface="Microsoft YaHei"/>
              </a:rPr>
              <a:t>✍️ 整理虚拟化定义、类型和优势笔记；画虚拟化架构示意图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212121"/>
                </a:solidFill>
                <a:latin typeface="Microsoft YaHei"/>
              </a:rPr>
              <a:t>📌 本课时对应教材：第9章 虚拟化基础</a:t>
            </a:r>
          </a:p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🎬 本课时视频：KVM虚拟化介绍与演示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