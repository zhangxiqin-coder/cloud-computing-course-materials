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Linux操作系统概述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了解Linux的发展历史和特点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认识主流Linux发行版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理解Linux在云计算中的重要地位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了解Linux的发展历史和特点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认识主流Linux发行版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理解Linux在云计算中的重要地位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云背后的服务器大多跑 Linux，认识一下这个"黑窗口"系统。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🎯Windows=商业餐厅（付费、菜单固定）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Linux发展史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Linux发展史：1991年Linus Torvalds创建Linux内核，开源免费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🎯Windows=商业餐厅（付费、菜单固定）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Linux特点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Linux特点：开源、稳定、安全、免费、命令行强大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🎯用"自助厨房"类比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主流发行版：Ubuntu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主流发行版：Ubuntu(易用)、CentOS/RHEL(服务器)、Debian(稳定)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🎯Windows=商业餐厅（付费、菜单固定）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用自己的话，说说什么是「Linux发展史」？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「Linux发展史」和「Linux特点」有什么联系？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看视频：韩顺平一周学会Linux-基础介绍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视频号：BV1Sv411r7vd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看视频时注意：Linux发展史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①填表：Windows vs Linux对比（开源/费用/稳定性/服务器市场/桌面市场）②填表：Ubuntu/CentOS/Debian特点 ③简答：为什么云服务器多用Linux？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Linux发展史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Linux特点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主流发行版：Ubuntu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整理Linux特点笔记；查资料了解Ubuntu和CentOS的区别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本课时对应教材：第10章 Linux基础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本课时视频：韩顺平一周学会Linux-基础介绍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