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计算机网络概述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了解计算机网络的概念和分类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理解OSI七层模型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认识网络在云计算中的基础作用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了解计算机网络的概念和分类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理解OSI七层模型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认识网络在云计算中的基础作用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你点开一个网页，数据是怎么"跑"到眼前的？揭秘网络。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🎯寄快递——打包(应用层)→装箱(表示层)→贴标签(传输层)→分拣(网络层)→运输(物理层)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计算机网络定义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计算机网络定义：将多台计算机通过通信线路连接，实现资源共享和信息传递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🎯寄快递——打包(应用层)→装箱(表示层)→贴标签(传输层)→分拣(网络层)→运输(物理层)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网络分类：局域网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网络分类：局域网(LAN)、城域网(MAN)、广域网(WAN)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🎯用"寄快递"类比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OSI七层模型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OSI七层模型：物理层→数据链路层→网络层→传输层→会话层→表示层→应用层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🎯寄快递——打包(应用层)→装箱(表示层)→贴标签(传输层)→分拣(网络层)→运输(物理层)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用自己的话，说说什么是「计算机网络定义」？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「计算机网络定义」和「网络分类：局域网」有什么联系？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看视频：计算机网络微课堂（湖科大教书匠） / 王道考研-计算机网络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视频号：BV1c4411d7jb / BV19E411D78Q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看视频时注意：计算机网络定义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①填写七层模型表格（层名/功能/生活类比）②简答：为什么要分层？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计算机网络定义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网络分类：局域网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OSI七层模型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默写OSI七层模型名称和各层功能；思考网络分层的好处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本课时对应教材：第7章 计算机网络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本课时视频：计算机网络微课堂（湖科大教书匠） / 王道考研-计算机网络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