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主流云服务厂商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了解全球主流云厂商（AWS、Azure、Google Cloud）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认识国内主流云厂商（阿里云、腾讯云、华为云）及其特色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了解全球主流云厂商（AWS、Azure、Google Cloud）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认识国内主流云厂商（阿里云、腾讯云、华为云）及其特色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云是谁在卖、怎么卖钱的？带你看看云计算这门生意。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🛒 云市场像家电卖场，按需租不用买断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全球三大云：AWS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全球三大云：AWS（市场份额第一）、Microsoft Azure（企业集成强）、Google Cloud（AI和数据分析强）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🛒 云市场像家电卖场，按需租不用买断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国内三大云：阿里云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国内三大云：阿里云（综合实力第一、生态最全）、腾讯云（音视频/游戏优势）、华为云（政务/安全可信）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💰 云服务像水电表，用多少付多少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各厂商特色对比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各厂商特色对比：产品线、价格、技术支持、行业优势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🏪 选云厂商像选手机套餐，比价格也比服务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用自己的话，说说什么是「全球三大云：AWS」？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「全球三大云：AWS」和「国内三大云：阿里云」有什么联系？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看视频：业务迁移上云要点解读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视频号：BV1y7411A76U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看视频时注意：全球三大云：AWS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①填写厂商对比表（厂商名/全球or国内/核心优势/代表产品/适合行业）②情景题：如果你开一家游戏公司，选哪个云？为什么？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全球三大云：AWS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国内三大云：阿里云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各厂商特色对比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选一个云厂商，写一段200字介绍其特色和优势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本课时对应教材：第6章 云计算市场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本课时视频：业务迁移上云要点解读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