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Web服务概述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理解Web服务的基本概念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认识客户端-服务器模型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了解静态网页和动态网页的区别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理解Web服务的基本概念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认识客户端-服务器模型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了解静态网页和动态网页的区别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你刷的网页、点的接口，背后是 Web 服务在撑着，今天看门道。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🎯Web服务=去餐厅点餐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Web服务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Web服务：基于互联网的信息服务，通过浏览器访问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🎯Web服务=去餐厅点餐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客户端-服务器模型：浏览器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客户端-服务器模型：浏览器(客户端)发送请求→服务器处理→返回响应→浏览器显示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🎯用"餐厅点餐"类比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URL结构：协议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URL结构：协议(http)://域名/路径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🎯Web服务=去餐厅点餐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用自己的话，说说什么是「Web服务」？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「Web服务」和「客户端-服务器模型」有什么联系？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看视频：240分钟搞懂HTTP和HTTPS协议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视频号：BV1F54y1t7Dx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看视频时注意：Web服务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①画出Web服务请求-响应流程图 ②填表：静态网页vs动态网页对比 ③解析一个URL的各部分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Web服务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客户端-服务器模型：浏览器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URL结构：协议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画Web请求-响应流程图；列举3个静态网页和3个动态网页的例子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本课时对应教材：第11章 Web服务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本课时视频：240分钟搞懂HTTP和HTTPS协议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