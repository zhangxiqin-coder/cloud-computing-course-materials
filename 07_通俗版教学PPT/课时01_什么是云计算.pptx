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>
                <a:solidFill>
                  <a:srgbClr val="1565C0"/>
                </a:solidFill>
                <a:latin typeface="微软雅黑" panose="020B0503020204020204" charset="-122"/>
              </a:rPr>
              <a:t>什么是云计算</a:t>
            </a:r>
            <a:endParaRPr sz="34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212121"/>
                </a:solidFill>
                <a:latin typeface="微软雅黑" panose="020B0503020204020204" charset="-122"/>
              </a:rPr>
              <a:t>🎯 本节课目标</a:t>
            </a:r>
            <a:endParaRPr sz="22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• 能用自己的话说出"云计算是什么"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• 能举出2个生活里的云例子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教师投影 · 学生只看屏（课堂无手机、无电脑）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微软雅黑" panose="020B0503020204020204" charset="-122"/>
              </a:rPr>
              <a:t>🎯 这节课你要会这些</a:t>
            </a:r>
            <a:endParaRPr sz="30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212121"/>
                </a:solidFill>
                <a:latin typeface="微软雅黑" panose="020B0503020204020204" charset="-122"/>
              </a:rPr>
              <a:t>✓  能用自己的话说出"云计算是什么"</a:t>
            </a:r>
            <a:endParaRPr sz="2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212121"/>
                </a:solidFill>
                <a:latin typeface="微软雅黑" panose="020B0503020204020204" charset="-122"/>
              </a:rPr>
              <a:t>✓  能举出2个生活里的云例子</a:t>
            </a:r>
            <a:endParaRPr sz="24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606060"/>
                </a:solidFill>
                <a:latin typeface="微软雅黑" panose="020B0503020204020204" charset="-122"/>
              </a:rPr>
              <a:t>（能用自己的话说出来，就算学会了）</a:t>
            </a:r>
            <a:endParaRPr sz="18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微软雅黑" panose="020B0503020204020204" charset="-122"/>
              </a:rPr>
              <a:t>💡 先聊个生活里的例子</a:t>
            </a:r>
            <a:endParaRPr sz="30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你手机里的照片存在哪？百度网盘、抖音的视频是谁在帮你处理？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这些"看不见的电脑"，就是云计算。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E65100"/>
                </a:solidFill>
                <a:latin typeface="微软雅黑" panose="020B0503020204020204" charset="-122"/>
              </a:rPr>
              <a:t>🏠 类比：用电不用自己买发电机，用云上的算力也不用自己买服务器。</a:t>
            </a:r>
            <a:endParaRPr sz="22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👇 带着这个例子，看下面的知识点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微软雅黑" panose="020B0503020204020204" charset="-122"/>
              </a:rPr>
              <a:t>云计算 = 把"电脑的力气"放网上</a:t>
            </a:r>
            <a:endParaRPr sz="28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谁要用，谁去租。你出钱，厂商出机器和网络。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E65100"/>
                </a:solidFill>
                <a:latin typeface="微软雅黑" panose="020B0503020204020204" charset="-122"/>
              </a:rPr>
              <a:t>💡 像自来水：拧开龙头就有水，不用自家打井。</a:t>
            </a:r>
            <a:endParaRPr sz="23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🧠 记住这一句就够了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微软雅黑" panose="020B0503020204020204" charset="-122"/>
              </a:rPr>
              <a:t>你的手机/电脑是"窗户"</a:t>
            </a:r>
            <a:endParaRPr sz="28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真正干活、存东西的是云。你只负责看和点。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E65100"/>
                </a:solidFill>
                <a:latin typeface="微软雅黑" panose="020B0503020204020204" charset="-122"/>
              </a:rPr>
              <a:t>🪟 手机是遥控器，云才是电视台。</a:t>
            </a:r>
            <a:endParaRPr sz="23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🧠 记住这一句就够了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84935"/>
            <a:ext cx="1124712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微软雅黑" panose="020B0503020204020204" charset="-122"/>
              </a:rPr>
              <a:t>先混个脸熟：NIST 三五四</a:t>
            </a:r>
            <a:endParaRPr sz="28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3种服务、5个特征、4种部署。今天先记名字，后面慢慢拆。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E65100"/>
                </a:solidFill>
                <a:latin typeface="微软雅黑" panose="020B0503020204020204" charset="-122"/>
              </a:rPr>
              <a:t>🔢 先记住"一二三"，细节以后填。</a:t>
            </a:r>
            <a:endParaRPr sz="23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🧠 记住这一句就够了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微软雅黑" panose="020B0503020204020204" charset="-122"/>
              </a:rPr>
              <a:t>🤔 想一想（举手或同桌讨论）</a:t>
            </a:r>
            <a:endParaRPr sz="30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212121"/>
                </a:solidFill>
                <a:latin typeface="微软雅黑" panose="020B0503020204020204" charset="-122"/>
              </a:rPr>
              <a:t>❓ 你今天用过的"云"有哪些？（口头说）</a:t>
            </a:r>
            <a:endParaRPr sz="22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212121"/>
                </a:solidFill>
                <a:latin typeface="微软雅黑" panose="020B0503020204020204" charset="-122"/>
              </a:rPr>
              <a:t>❓ 如果断网，你手机里哪些功能会"罢工"？</a:t>
            </a:r>
            <a:endParaRPr sz="22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606060"/>
                </a:solidFill>
                <a:latin typeface="微软雅黑" panose="020B0503020204020204" charset="-122"/>
              </a:rPr>
              <a:t>（不用写，想清楚、能说出来就行）</a:t>
            </a:r>
            <a:endParaRPr sz="18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微软雅黑" panose="020B0503020204020204" charset="-122"/>
              </a:rPr>
              <a:t>🎬 看视频：《什么是云计算?》+《云计算到底是什么?》</a:t>
            </a:r>
            <a:endParaRPr sz="30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2E7D32"/>
                </a:solidFill>
                <a:latin typeface="微软雅黑" panose="020B0503020204020204" charset="-122"/>
              </a:rPr>
              <a:t>📺 视频号：BV1RF411C7qu / BV1yh41127T2</a:t>
            </a:r>
            <a:endParaRPr sz="22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212121"/>
                </a:solidFill>
                <a:latin typeface="微软雅黑" panose="020B0503020204020204" charset="-122"/>
              </a:rPr>
              <a:t>👀 看的时候注意：</a:t>
            </a:r>
            <a:endParaRPr sz="22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>
                <a:solidFill>
                  <a:srgbClr val="212121"/>
                </a:solidFill>
                <a:latin typeface="微软雅黑" panose="020B0503020204020204" charset="-122"/>
              </a:rPr>
              <a:t>• 注意视频里说的"按需使用""不用自己买服务器"这两句话。</a:t>
            </a:r>
            <a:endParaRPr sz="22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E65100"/>
                </a:solidFill>
                <a:latin typeface="微软雅黑" panose="020B0503020204020204" charset="-122"/>
              </a:rPr>
              <a:t>💾 本地文件（U盘直播）：课时01_什么是云计算.mp4</a:t>
            </a:r>
            <a:endParaRPr sz="20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606060"/>
                </a:solidFill>
                <a:latin typeface="微软雅黑" panose="020B0503020204020204" charset="-122"/>
              </a:rPr>
              <a:t>⚠️ 断网也能播本地文件；在线打不开就跳过，改纸上活动。</a:t>
            </a:r>
            <a:endParaRPr sz="18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565C0"/>
                </a:solidFill>
                <a:latin typeface="微软雅黑" panose="020B0503020204020204" charset="-122"/>
              </a:rPr>
              <a:t>✏️ 课堂小活动（纸上完成）</a:t>
            </a:r>
            <a:endParaRPr sz="3000" b="1">
              <a:solidFill>
                <a:srgbClr val="1565C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>
                <a:solidFill>
                  <a:srgbClr val="212121"/>
                </a:solidFill>
                <a:latin typeface="微软雅黑" panose="020B0503020204020204" charset="-122"/>
              </a:rPr>
              <a:t>纸上任务：列出"我身边的云"——至少写5个（微信 / 网盘 / 抖音 / 邮箱 / 导航…）</a:t>
            </a:r>
            <a:endParaRPr sz="2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📝 活动结果同桌互查，老师抽查3组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微软雅黑" panose="020B0503020204020204" charset="-122"/>
              </a:rPr>
              <a:t>✅ 这节课记住这3句话</a:t>
            </a:r>
            <a:endParaRPr sz="30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E7D32"/>
                </a:solidFill>
                <a:latin typeface="微软雅黑" panose="020B0503020204020204" charset="-122"/>
              </a:rPr>
              <a:t>1. 云 = 把计算放网上，按需租用</a:t>
            </a:r>
            <a:endParaRPr sz="23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E7D32"/>
                </a:solidFill>
                <a:latin typeface="微软雅黑" panose="020B0503020204020204" charset="-122"/>
              </a:rPr>
              <a:t>2. 手机是窗户，云是大脑和仓库</a:t>
            </a:r>
            <a:endParaRPr sz="23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E7D32"/>
                </a:solidFill>
                <a:latin typeface="微软雅黑" panose="020B0503020204020204" charset="-122"/>
              </a:rPr>
              <a:t>3. NIST 三五一四 先记住名字</a:t>
            </a:r>
            <a:endParaRPr sz="2300" b="1">
              <a:solidFill>
                <a:srgbClr val="2E7D3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6060"/>
                </a:solidFill>
                <a:latin typeface="微软雅黑" panose="020B0503020204020204" charset="-122"/>
              </a:rPr>
              <a:t>🗣️ 合上书，能背出这3句 = 达标</a:t>
            </a:r>
            <a:endParaRPr sz="20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课时 01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第1章 · 云计算的简介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微软雅黑" panose="020B0503020204020204" charset="-122"/>
              </a:rPr>
              <a:t>📒 课后小任务</a:t>
            </a:r>
            <a:endParaRPr sz="30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E65100"/>
                </a:solidFill>
                <a:latin typeface="微软雅黑" panose="020B0503020204020204" charset="-122"/>
              </a:rPr>
              <a:t>✍️ 回家找出家里3个"用云"的东西，明天口头分享。</a:t>
            </a:r>
            <a:endParaRPr sz="2400" b="1">
              <a:solidFill>
                <a:srgbClr val="E6510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212121"/>
                </a:solidFill>
                <a:latin typeface="微软雅黑" panose="020B0503020204020204" charset="-122"/>
              </a:rPr>
              <a:t>📌 本课时对应教材：第1章 云计算的简介</a:t>
            </a:r>
            <a:endParaRPr sz="20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606060"/>
                </a:solidFill>
                <a:latin typeface="微软雅黑" panose="020B0503020204020204" charset="-122"/>
              </a:rPr>
              <a:t>🎬 本课时视频：《什么是云计算?》+《云计算到底是什么?》</a:t>
            </a:r>
            <a:endParaRPr sz="1800" b="0">
              <a:solidFill>
                <a:srgbClr val="6060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WPS 演示</Application>
  <PresentationFormat>On-screen Show (4:3)</PresentationFormat>
  <Paragraphs>137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锡琴</cp:lastModifiedBy>
  <cp:revision>2</cp:revision>
  <dcterms:created xsi:type="dcterms:W3CDTF">2013-01-27T09:14:00Z</dcterms:created>
  <dcterms:modified xsi:type="dcterms:W3CDTF">2026-08-21T07:04:35Z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4FC450BA439E4F06A4D1C75B16E667E2_12</vt:lpwstr>
  </property>
  <property fmtid="{D5CDD505-2E9C-101B-9397-08002B2CF9AE}" pid="3" name="KSOProductBuildVer">
    <vt:lpwstr>2052-12.1.0.28043</vt:lpwstr>
  </property>
</Properties>
</file>