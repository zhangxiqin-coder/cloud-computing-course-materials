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Linux常用命令（二）与用户管理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掌握文件权限管理命令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了解用户和组管理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认识chmod和chown命令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掌握文件权限管理命令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了解用户和组管理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认识chmod和chown命令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云背后的服务器大多跑 Linux，认识一下这个"黑窗口"系统。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🎯权限=门禁卡权限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用户管理：useradd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用户管理：useradd(添加用户)、passwd(设密码)、userdel(删除用户)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🎯权限=门禁卡权限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组管理：groupadd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组管理：groupadd(创建组)、usermod(修改用户所属组)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🎯用"门禁卡"类比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文件权限：r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文件权限：r(读=4)、w(写=2)、x(执行=1)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🎯权限=门禁卡权限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用自己的话，说说什么是「用户管理：useradd」？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「用户管理：useradd」和「组管理：groupadd」有什么联系？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看视频：韩顺平Linux-用户权限管理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视频号：BV1Sv411r7vd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看视频时注意：用户管理：useradd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①计算权限数字：rwx=7, r-x=5, r--=4 ②写出chmod命令实现指定权限 ③判断给定权限数字的含义 ④简答：为什么root用户可以操作所有文件？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用户管理：useradd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组管理：groupadd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文件权限：r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练习10道权限数字计算题；默写chmod命令两种用法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本课时对应教材：第10章 Linux基础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本课时视频：韩顺平Linux-用户权限管理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