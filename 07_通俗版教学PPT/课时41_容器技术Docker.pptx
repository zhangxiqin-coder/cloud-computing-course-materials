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容器技术Docker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理解容器的概念和与虚拟机的区别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了解Docker的基本原理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认识容器在云计算中的应用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理解容器的概念和与虚拟机的区别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了解Docker的基本原理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认识容器在云计算中的应用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一台电脑怎么"变"成好多台？虚拟化的魔法今天拆开看。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🎯虚拟机=每间房独立厨房卫生间（安全但浪费空间）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容器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容器：轻量级虚拟化技术，共享宿主机内核，不需要完整操作系统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🎯虚拟机=每间房独立厨房卫生间（安全但浪费空间）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容器 vs 虚拟机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容器 vs 虚拟机：虚拟机=每台带完整OS（重），容器=共享内核（轻，秒级启动）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🎯用"合租房"类比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Docker：最流行的容器引擎，镜像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Docker：最流行的容器引擎，镜像(Image)+容器(Container)+仓库(Registry)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🎯虚拟机=每间房独立厨房卫生间（安全但浪费空间）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用自己的话，说说什么是「容器」？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「容器」和「容器 vs 虚拟机」有什么联系？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看视频：30分钟Docker入门教程 / Docker快速入门（1小时）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视频号：BV14s4y1i7Vf / BV11L411g7U1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看视频时注意：容器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①填表：虚拟机 vs 容器对比（启动速度/资源占用/隔离性/安全/适用场景）②画Docker三要素关系图 ③简答：为什么微服务要用容器？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容器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容器 vs 虚拟机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整理虚拟机vs容器对比表；用自己的话解释Docker镜像和容器的关系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本课时对应教材：第9章 虚拟化基础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本课时视频：30分钟Docker入门教程 / Docker快速入门（1小时）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