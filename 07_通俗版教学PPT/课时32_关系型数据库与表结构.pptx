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32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第8章 · 数据库基础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11274552" cy="1371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106984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400" b="1" a:ea="Microsoft YaHei" a:cs="Microsoft YaHei">
                <a:solidFill>
                  <a:srgbClr val="1565C0"/>
                </a:solidFill>
                <a:latin typeface="Microsoft YaHei"/>
              </a:rPr>
              <a:t>关系型数据库与表结构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🎯 本节课目标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06908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• 理解表、字段、记录的概念</a:t>
            </a:r>
          </a:p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• 掌握主键、外键的作用</a:t>
            </a:r>
          </a:p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• 了解表之间的关系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126480"/>
            <a:ext cx="11274552" cy="54864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153912"/>
            <a:ext cx="10972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800" b="1" a:ea="Microsoft YaHei" a:cs="Microsoft YaHei">
                <a:solidFill>
                  <a:srgbClr val="FFFFFF"/>
                </a:solidFill>
                <a:latin typeface="Microsoft YaHei"/>
              </a:rPr>
              <a:t>教师投影 · 学生只看屏（课堂无手机、无电脑）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32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第8章 · 数据库基础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🎯 这节课你要会这些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10698480" cy="9144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212121"/>
                </a:solidFill>
                <a:latin typeface="Microsoft YaHei"/>
              </a:rPr>
              <a:t>✓  理解表、字段、记录的概念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46120"/>
            <a:ext cx="10698480" cy="9144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337560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212121"/>
                </a:solidFill>
                <a:latin typeface="Microsoft YaHei"/>
              </a:rPr>
              <a:t>✓  掌握主键、外键的作用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97679"/>
            <a:ext cx="10698480" cy="9144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389119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212121"/>
                </a:solidFill>
                <a:latin typeface="Microsoft YaHei"/>
              </a:rPr>
              <a:t>✓  了解表之间的关系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440679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（能用自己的话说出来，就算学会了）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32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第8章 · 数据库基础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💡 先聊个生活里的例子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10698480" cy="21945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00"/>
              </a:spcAft>
            </a:pPr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聊天记录、订单、成绩……全存在"数据库"里，它到底是什么？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663440"/>
            <a:ext cx="10698480" cy="109728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E65100"/>
                </a:solidFill>
                <a:latin typeface="Microsoft YaHei"/>
              </a:rPr>
              <a:t>🎯学生表=花名册（学号=主键）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94360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👇 带着这个例子，看下面的知识点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32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第8章 · 数据库基础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表(Table)：由行和列组成的二维结构，存储一类数据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🎯学生表=花名册（学号=主键）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32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第8章 · 数据库基础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字段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字段(Field/列)：表的列，描述数据的属性（如姓名、年龄）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🎯学生表=花名册（学号=主键）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32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第8章 · 数据库基础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记录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记录(Record/行)：表的一行，表示一条具体数据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🎯学生表=花名册（学号=主键）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32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第8章 · 数据库基础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🤔 想一想（举手或同桌讨论）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18872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❓ 用自己的话，说说什么是「表」？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566160"/>
            <a:ext cx="10698480" cy="118872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657600"/>
            <a:ext cx="10149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❓ 「表」和「字段」有什么联系？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93776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（不用写，想清楚、能说出来就行）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32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第8章 · 数据库基础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E7D32"/>
                </a:solidFill>
                <a:latin typeface="Microsoft YaHei"/>
              </a:rPr>
              <a:t>🎬 看视频：老杜MySQL入门-表结构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00584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E7D32"/>
                </a:solidFill>
                <a:latin typeface="Microsoft YaHei"/>
              </a:rPr>
              <a:t>📺 视频号：BV1Vy4y1z7EX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👀 看的时候注意：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10698480" cy="10058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93192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0" a:ea="Microsoft YaHei" a:cs="Microsoft YaHei">
                <a:solidFill>
                  <a:srgbClr val="212121"/>
                </a:solidFill>
                <a:latin typeface="Microsoft YaHei"/>
              </a:rPr>
              <a:t>• 看视频时注意：表 是怎么被老师讲清楚的，记1个关键例子。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029200"/>
            <a:ext cx="10698480" cy="100584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512064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a:ea="Microsoft YaHei" a:cs="Microsoft YaHei">
                <a:solidFill>
                  <a:srgbClr val="E65100"/>
                </a:solidFill>
                <a:latin typeface="Microsoft YaHei"/>
              </a:rPr>
              <a:t>💾 本地文件（U盘直播）：（在线播放，无本地文件，需联网）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21792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⚠️ 断网也能播本地文件；在线打不开就跳过，改纸上活动。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32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第8章 · 数据库基础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1565C0"/>
                </a:solidFill>
                <a:latin typeface="Microsoft YaHei"/>
              </a:rPr>
              <a:t>✏️ 课堂小活动（纸上完成）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154680"/>
            <a:ext cx="10698480" cy="23774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337560"/>
            <a:ext cx="10149840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纸面练习： ①设计一个学生表（字段名/类型/是否主键）②设计一个选课表并标出外键 ③判断表间关系类型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66928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📝 活动结果同桌互查，老师抽查3组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32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第8章 · 数据库基础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✅ 这节课记住这3句话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1. 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42900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52044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2. 字段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61772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709159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3. 记录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852159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🗣️ 合上书，能背出这3句 = 达标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32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第8章 · 数据库基础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📒 课后小任务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201168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E65100"/>
                </a:solidFill>
                <a:latin typeface="Microsoft YaHei"/>
              </a:rPr>
              <a:t>✍️ 设计"图书借阅"场景的3张表（图书表/读者表/借阅表），标出主键和外键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48056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212121"/>
                </a:solidFill>
                <a:latin typeface="Microsoft YaHei"/>
              </a:rPr>
              <a:t>📌 本课时对应教材：第8章 数据库基础</a:t>
            </a:r>
          </a:p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🎬 本课时视频：老杜MySQL入门-表结构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