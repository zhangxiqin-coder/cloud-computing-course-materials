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第1章 · 云计算的简介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演示课 · 演示课：云端Office协作体验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看懂"多人同时编辑一个文档"就是云协作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知道云协作比"用U盘拷来拷去"好在哪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第1章 · 云计算的简介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看懂"多人同时编辑一个文档"就是云协作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知道云协作比"用U盘拷来拷去"好在哪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第1章 · 云计算的简介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以前传文件靠U盘来回拷，改一版发一版。</a:t>
            </a:r>
          </a:p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现在一个链接，大家同时改，自动保存。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🔄 类比：以前是"传纸条"，现在是"同桌一起写同一张纸"。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第1章 · 云计算的简介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云端Office是什么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腾讯文档 / 金山文档：文档存在云上，打开网页就能写。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📄 像一块"公共黑板"，谁都能上去写。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第1章 · 云计算的简介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你看到的"别人光标在动"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那就是云在实时把每个人的改动同步给大家。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👀 像几个人同时在一张纸上写字，互相看得见。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第1章 · 云计算的简介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协作 = 不用拷来拷去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大家看的是同一份，改完自动存，不怕丢。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🚫 跟U盘说再见。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第1章 · 云计算的简介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传文件用U盘，最容易出什么麻烦？（丢、乱、版本多）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云协作怎么解决这些麻烦？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第1章 · 云计算的简介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看视频：《金山文档多人同时编辑》+《腾讯文档保姆级入门》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视频号：BV1DD4y1w7PD / BV1X44y1k7R1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看视频里"多人同时编辑""自动保存"的画面，注意观察别人光标。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本地文件（U盘直播）：课时03_金山文档多人同时编辑.mp4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第1章 · 云计算的简介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82296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67712"/>
            <a:ext cx="10149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1565C0"/>
                </a:solidFill>
                <a:latin typeface="Microsoft YaHei"/>
              </a:rPr>
              <a:t>本节课为教师演示课：学生观看投影 + 纸笔记录，不使用任何设备。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纸上模拟：4人一组，用箭头画出"传统传文件"和"云协作"的区别。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第1章 · 云计算的简介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云协作 = 同一份、同时改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自动保存，不怕丢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告别U盘拷文件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第1章 · 云计算的简介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用微信给家人发一条消息，说一个"云"的例子。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本课时对应教材：第1章 云计算的简介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本课时视频：《金山文档多人同时编辑》+《腾讯文档保姆级入门》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