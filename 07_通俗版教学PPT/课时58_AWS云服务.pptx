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AWS云服务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了解AWS全球云服务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认识EC2/S3/RDS等核心服务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了解AWS与国内云的区别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了解AWS全球云服务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认识EC2/S3/RDS等核心服务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了解AWS与国内云的区别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阿里云、腾讯云怎么用？带你看公有云平台的"控制台"。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🏢 公有云控制台像自助机，点几下就能开一台电脑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AWS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AWS(Amazon Web Services)：全球市场份额第一的云计算平台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🏢 公有云控制台像自助机，点几下就能开一台电脑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EC2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EC2(Elastic Compute Cloud)：弹性云服务器，对应ECS/CVM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☁️ 开云服务器像租共享办公室，随时退租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S3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S3(Simple Storage Service)：对象存储，对应OSS/COS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📦 云产品像积木，按需拼出你要的系统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用自己的话，说说什么是「AWS」？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「AWS」和「EC2」有什么联系？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看视频：业务迁移上云要点解读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视频号：BV1y7411A76U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看视频时注意：AWS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①填表：AWS/阿里云/腾讯云产品对应关系 ②简答：为什么中国企业多选国内云而不选AWS？ ③场景题：做出海App选哪个云？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AWS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EC2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整理三大云厂商(AWS/阿里云/腾讯云)产品对照表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本课时对应教材：第12章 公有云平台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本课时视频：业务迁移上云要点解读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