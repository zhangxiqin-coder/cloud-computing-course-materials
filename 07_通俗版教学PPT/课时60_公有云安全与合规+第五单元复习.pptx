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公有云安全与合规 + 第五单元复习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了解公有云安全合规要求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复习第11-12章全部知识点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了解公有云安全合规要求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复习第11-12章全部知识点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阿里云、腾讯云怎么用？带你看公有云平台的"控制台"。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云安全合规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云安全合规：等保2.0、数据安全法、个人信息保护法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数据安全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数据安全：数据分类分级、数据加密、跨境数据流动限制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开云服务器像租共享办公室，随时退租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云安全最佳实践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云安全最佳实践：最小权限原则、多因素认证、安全审计日志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📦 云产品像积木，按需拼出你要的系统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用自己的话，说说什么是「云安全合规」？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「云安全合规」和「数据安全」有什么联系？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看视频：浅谈云计算安全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视频号：BV1yf4y1h7Pm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看视频时注意：云安全合规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第五单元综合测试： 20道题，覆盖第11-12章（Web服务+公有云），限时20分钟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云安全合规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数据安全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云安全最佳实践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完善思维导图；预习第13章私有云平台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本课时对应教材：第12章 公有云平台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本课时视频：浅谈云计算安全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