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IP地址与子网掩码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理解IP地址的概念和分类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掌握子网掩码的作用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了解IPv4与IPv6的区别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理解IP地址的概念和分类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掌握子网掩码的作用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了解IPv4与IPv6的区别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你点开一个网页，数据是怎么"跑"到眼前的？揭秘网络。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🎯IP地址=门牌号(省市区街道)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IP地址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IP地址：网络中设备的"门牌号"，32位二进制，用点分十进制表示（如192.168.1.1）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🎯IP地址=门牌号(省市区街道)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IP地址分类：A类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IP地址分类：A类(大型网络)、B类(中型)、C类(小型)、D类(组播)、E类(保留)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🎯用门牌号类比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私有IP地址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私有IP地址：10.x.x.x、172.16-31.x.x、192.168.x.x（内网使用）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🎯IP地址=门牌号(省市区街道)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用自己的话，说说什么是「IP地址」？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「IP地址」和「IP地址分类：A类」有什么联系？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看视频：计算机网络微课堂-IP地址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视频号：BV1c4411d7jb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看视频时注意：IP地址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①判断给定IP地址属于哪类 ②给定IP和子网掩码，判断网络地址 ③填表：IPv4 vs IPv6对比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IP地址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IP地址分类：A类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私有IP地址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练习5道IP地址分类判断题；查自己手机/电脑的IP地址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本课时对应教材：第7章 计算机网络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本课时视频：计算机网络微课堂-IP地址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