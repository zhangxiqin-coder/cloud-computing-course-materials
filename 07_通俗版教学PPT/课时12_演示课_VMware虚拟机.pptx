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演示课：VMware 虚拟机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看懂"一台电脑里跑多台电脑"（虚拟化）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看懂"一台电脑里跑多台电脑"（虚拟化）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一个房间隔成几间出租——这就是"虚拟化"。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🏘️ 类比：虚拟化 = 一幢楼隔成多间，各住各的。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虚拟化 = 一机变多机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用软件把一台物理电脑"切"成多台虚拟电脑，各自独立。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🧊 一块大冰格，分成一格格。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它是云计算的"地基"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没有虚拟化，就没有今天又弹性又便宜的云。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🏗️ 楼的地基，看不见但最重要。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VMware 是常用工具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装好 VMware，就能在一台电脑里开好几台虚拟机。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🛠️ 一把好用的"隔间"工具。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"一台电脑跑多台电脑"有什么好处？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为什么说虚拟化是云的地基？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看视频：《VMware 虚拟机安装教程》+《VMware 虚拟化入门到精通》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视频号：BV1nQ4y1c7AW / BV14a411w7D2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看虚拟机怎么被"造"出来、怎么同时跑多个系统。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本地文件（U盘直播）：课时12_VMware虚拟机安装教程.mp4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纸上画图：一幢楼隔成多间，标出"虚拟化 = 一机变多机"。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虚拟化 = 一机变多机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是云的地基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VMware 是工具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整理前11课笔记，准备期末总复习。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本课时对应教材：第4章 云计算的特点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本课时视频：《VMware 虚拟机安装教程》+《VMware 虚拟化入门到精通》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