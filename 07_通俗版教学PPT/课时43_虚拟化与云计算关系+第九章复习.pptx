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虚拟化与云计算关系 + 第九章复习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理解虚拟化在云计算中的核心地位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复习第9章全部知识点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理解虚拟化在云计算中的核心地位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复习第9章全部知识点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虚拟化是云计算的技术基础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虚拟化是云计算的技术基础：IaaS=虚拟化+自动化+计费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🏘️ 虚拟化=一幢楼隔成多间，各住各的互不干扰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虚拟化提供资源池化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虚拟化提供资源池化，云计算提供按需服务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🧊 一块大冰格分成一格格，各装各的饮料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从虚拟化到云计算的演进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从虚拟化到云计算的演进：虚拟化→资源池化→云平台→云服务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🖥️ 一台物理机"分身"成多台虚拟机，像一人分饰多角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用自己的话，说说什么是「虚拟化是云计算的技术基础」？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「虚拟化是云计算的技术基础」和「虚拟化提供资源池化」有什么联系？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看视频：北京理工大学-虚拟化与云计算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看视频时注意：虚拟化是云计算的技术基础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第9章综合测试： 20道题，覆盖虚拟化概念/Hypervisor/VMware/KVM/Docker/虚拟网络与存储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虚拟化是云计算的技术基础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虚拟化提供资源池化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从虚拟化到云计算的演进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完善思维导图；预习第10章Linux基础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本课时视频：北京理工大学-虚拟化与云计算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