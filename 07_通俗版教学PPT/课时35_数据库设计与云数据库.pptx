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数据库设计与云数据库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了解数据库设计的基本步骤和E-R图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认识云数据库的概念和优势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了解数据库设计的基本步骤和E-R图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认识云数据库的概念和优势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1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聊天记录、订单、成绩……全存在"数据库"里，它到底是什么？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🎯云数据库=租公寓（拎包入住、物业负责维修）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数据库设计步骤：需求分析→概念设计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数据库设计步骤：需求分析→概念设计(E-R图)→逻辑设计(表结构)→物理设计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🎯云数据库=租公寓（拎包入住、物业负责维修）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E-R图：实体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E-R图：实体(Entity)、关系(Relationship)、属性(Attribute)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🎯用"租公寓"类比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数据库三大范式：1NF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数据库三大范式：1NF(原子性)、2NF(完全依赖)、3NF(无传递依赖)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🎯云数据库=租公寓（拎包入住、物业负责维修）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用自己的话，说说什么是「数据库设计步骤」？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「数据库设计步骤」和「E-R图：实体」有什么联系？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看视频：尚硅谷MySQL-数据库设计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视频号：BV1iq4y1u7vj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看视频时注意：数据库设计步骤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①画一个简单的E-R图（学生-课程-教师）②填表：自建数据库vs云数据库对比 ③简答：云数据库为什么能"免运维"？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数据库设计步骤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E-R图：实体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数据库三大范式：1NF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为"图书管理系统"画一个E-R图（包含图书、读者、借阅3个实体）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本课时对应教材：第8章 数据库基础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本课时视频：尚硅谷MySQL-数据库设计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