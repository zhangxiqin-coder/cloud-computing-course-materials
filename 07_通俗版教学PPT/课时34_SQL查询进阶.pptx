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SQL查询进阶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掌握WHERE条件查询、ORDER BY排序、GROUP BY分组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了解多表连接查询(JOIN)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掌握WHERE条件查询、ORDER BY排序、GROUP BY分组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了解多表连接查询(JOIN)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聊天记录、订单、成绩……全存在"数据库"里，它到底是什么？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📒 数据库像超级大表格，查数据=翻目录找格子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WHERE条件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WHERE条件：=、&gt;、 =、 、AND、OR、LIKE、BETWEEN、IN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📒 数据库像超级大表格，查数据=翻目录找格子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ORDER BY排序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ORDER BY排序：ASC升序、DESC降序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🗂️ 表/行/列像Excel：一张表是一张Sheet，一行是一条记录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GROUP BY分组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GROUP BY分组：按字段分组，配合COUNT/SUM/AVG/MAX/MIN聚合函数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🔑 主键像身份证号，唯一定位一条记录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用自己的话，说说什么是「WHERE条件」？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「WHERE条件」和「ORDER BY排序」有什么联系？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看视频：MySQL基础入门-查询语句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视频号：BV1fx411X7BD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看视频时注意：WHERE条件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①写出查询成绩60-80分之间学生的SQL ②写出按班级分组计算平均成绩的SQL ③写出按成绩降序排列的SQL ④写出连接学生表和选课表的SQL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WHERE条件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ORDER BY排序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GROUP BY分组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完成5道SQL查询手写练习题（含WHERE/ORDER BY/GROUP BY/JOIN各类型）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本课时对应教材：第8章 数据库基础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本课时视频：MySQL基础入门-查询语句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