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云计算安全概述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了解信息安全三要素（CIA）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理解云计算面临的安全挑战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认识云安全与传统安全的区别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了解信息安全三要素（CIA）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理解云计算面临的安全挑战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认识云安全与传统安全的区别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🎯租房子——房东负责房屋结构安全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信息安全三要素：机密性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信息安全三要素：机密性(Confidentiality)、完整性(Integrity)、可用性(Availability)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🎯租房子——房东负责房屋结构安全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凯撒密码：字母后移3格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加密=把信息藏起来，只有拿钥匙的人能看懂。最古老的玩法叫凯撒密码：把每个字母往后数3个（A→D、B→E…），HELLO 就变成 KHOOR。『后移3格』就是钥匙，往前移回来就能解密。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🔑 类比：全班约定作业本上的字要比真实意思错后3格，只有知道规矩的人能翻译——这就是『密钥=3』。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云计算安全面临的独特挑战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云计算安全面临的独特挑战：多租户、数据外存、API风险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🎯机密性=别人看不到、完整性=别人不能改、可用性=自己随时能看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云安全责任共担模型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云安全责任共担模型：云厂商负责基础设施安全，用户负责数据和应用安全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🎯用"写日记"类比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用自己的话，说说什么是「信息安全三要素：机密性」？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「信息安全三要素：机密性」和「云计算安全面临的独特挑战」有什么联系？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看视频：浅谈云计算安全 / 北京理工大学-虚拟化与云计算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视频号：BV1yf4y1h7Pm / 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看视频时注意：信息安全三要素：机密性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给出5个安全场景，学生判断属于C/I/A哪个要素被破坏（如：照片被删除=可用性；密码被泄露=机密性）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信息安全三要素：机密性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云计算安全面临的独特挑战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云安全责任共担模型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整理CIA三要素的定义和举例，各写2个生活场景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本课时视频：浅谈云计算安全 / 北京理工大学-虚拟化与云计算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