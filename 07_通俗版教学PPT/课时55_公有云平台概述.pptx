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公有云平台概述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理解公有云的概念和特点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了解公有云的服务类型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认识公有云与私有云的区别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理解公有云的概念和特点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了解公有云的服务类型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认识公有云与私有云的区别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阿里云、腾讯云怎么用？带你看公有云平台的"控制台"。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公有云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公有云：云厂商建设和运营的云平台，多租户共享资源，按需付费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🏢 公有云控制台像自助机，点几下就能开一台电脑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公有云特点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公有云特点：弹性扩展、按量付费、免运维、全球覆盖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☁️ 开云服务器像租共享办公室，随时退租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服务类型：IaaS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服务类型：IaaS(基础设施)、PaaS(平台)、SaaS(软件)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📦 云产品像积木，按需拼出你要的系统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用自己的话，说说什么是「公有云」？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「公有云」和「公有云特点」有什么联系？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看视频：企业上云指南-云时代机遇与挑战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视频号：BV1EE411A7C9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看视频时注意：公有云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①填表：IaaS/PaaS/SaaS对比 ②填表：公有云vs私有云vs混合云 ③判断题：钉钉属于SaaS（√）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公有云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公有云特点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服务类型：IaaS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第12章 · 公有云平台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整理三种云服务类型表格；各举2个IaaS/PaaS/SaaS的产品例子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本课时对应教材：第12章 公有云平台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本课时视频：企业上云指南-云时代机遇与挑战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