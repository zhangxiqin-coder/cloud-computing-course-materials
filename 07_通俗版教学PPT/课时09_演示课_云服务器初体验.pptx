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演示课：云服务器初体验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看懂"在云上开一台电脑"全流程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记住开云服务器的几个步骤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看懂"在云上开一台电脑"全流程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记住开云服务器的几个步骤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想要一台电脑又不想搬主机？云上开一台，关机还不计费。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💻 类比：云服务器 = 云上的"虚拟电脑"，随叫随到。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云服务器 ECS 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云上的一台虚拟电脑：选配置 → 开机 → 远程登录 → 装网站。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🖥️ 像租了台永远不关机的电脑。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弹性：人多就加，人少就关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双11人多临时加一台，平时关掉省钱。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🎈 像橡皮筋，需要就拉长。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演示：从开机到上线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控制台开ECS → 装环境 → 部署一个简单网站。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🚀 几分钟，网站就上线了。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为什么"关机不计费"对省钱很重要？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开云服务器和买台电脑，哪个更灵活？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看视频：《阿里云 ECS 新手搭建网站》+《网站上线部署教程》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视频号：av928620141 / BV18a4y1W7e9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跟着视频看"选配置→开机→部署"五步。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本地文件（U盘直播）：课时09_阿里云服务器ECS新手搭建网站.mp4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纸上填空：开ECS五步走——选___ → 选___ → ___ → ___ → 部署。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云服务器 = 云上虚拟电脑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按需开关，省钱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五步上线一个网站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在纸上写一遍"开云服务器"的步骤。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本课时对应教材：第3章 云计算的部署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本课时视频：《阿里云 ECS 新手搭建网站》+《网站上线部署教程》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