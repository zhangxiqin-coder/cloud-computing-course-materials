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云计算市场概述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了解全球和中国云计算市场格局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认识云计算的发展趋势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理解云计算对传统IT的影响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了解全球和中国云计算市场格局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认识云计算的发展趋势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理解云计算对传统IT的影响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云是谁在卖、怎么卖钱的？带你看看云计算这门生意。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🎯云计算=自来水（拧开就用、按量付费）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全球云计算市场规模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全球云计算市场规模：千亿级市场，年增长率20%+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🎯云计算=自来水（拧开就用、按量付费）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中国市场格局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中国市场格局：阿里云领先，华为云/腾讯云紧随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🎯用"自来水"类比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云计算发展趋势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云计算发展趋势：混合云、边缘计算、云原生、AI+云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🎯云计算=自来水（拧开就用、按量付费）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用自己的话，说说什么是「全球云计算市场规模」？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「全球云计算市场规模」和「中国市场格局」有什么联系？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看视频：企业上云指南-云时代机遇与挑战 / 北京理工大学-虚拟化与云计算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视频号：BV1EE411A7C9 / BV1RJ411T7LD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看视频时注意：全球云计算市场规模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①填表：传统IT vs 云计算对比（投入方式、维护方式、付费模式、扩展速度）②讨论题：为什么企业要上云？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全球云计算市场规模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中国市场格局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云计算发展趋势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第6章 · 云计算市场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查资料：列出中国排名前5的云计算厂商及其特点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本课时对应教材：第6章 云计算市场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本课时视频：企业上云指南-云时代机遇与挑战 / 北京理工大学-虚拟化与云计算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