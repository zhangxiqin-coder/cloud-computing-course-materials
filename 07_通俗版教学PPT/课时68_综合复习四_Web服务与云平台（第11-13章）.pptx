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综合复习四：Web服务与云平台（第11-13章）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系统复习Web服务、公有云平台和私有云平台知识点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完成全书知识串联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系统复习Web服务、公有云平台和私有云平台知识点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完成全书知识串联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全部内容串一遍，查漏补缺，准备期末大考。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🧩 复习像拼图，把零散知识点拼成一张大图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第11章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第11章：Web服务概述、HTTP协议(请求/响应/方法/状态码)、Apache、Nginx(反向代理/负载均衡)、LAMP/LNMP、CDN、Web安全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🧩 复习像拼图，把零散知识点拼成一张大图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第12章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第12章：公有云概述、阿里云/腾讯云/AWS产品、云选型、云安全合规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🗺️ 总复习像画地图，标出哪座山(重点)哪条河(难点)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第13章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第13章：私有云概述、OpenStack架构与组件、私有云部署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✅ 期末像大考前的体检，查漏补缺才放心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用自己的话，说说什么是「第11章」？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「第11章」和「第12章」有什么联系？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看视频：（见教案视频链接）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视频号：（教案未列明）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看视频时注意：第11章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复习测试四： 30道题，覆盖第11-13章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第11章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第12章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第13章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完成全书知识串联图；全面复习准备模拟考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本课时对应教材：第14章 综合复习与期末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本课时视频：（见教案视频链接）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