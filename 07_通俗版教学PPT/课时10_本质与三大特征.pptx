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本质与三大特征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记住云计算3大基础特征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能用大白话解释每个特征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记住云计算3大基础特征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能用大白话解释每个特征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云计算不是新魔法，是3个"老想法"凑到了一起。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🧩 类比：三个零件拼起来，就成了"云"。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特征1：按需自助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像自动售货机，自己点、自己拿，不用找管理员。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🥤 扫码付款，饮料自己掉出来。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特征2：泛在网络访问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有网就能用，手机、平板、电脑都行。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📶 不像U盘，非得插这台电脑。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特征3：资源池化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大家共用一个大资源池，谁用分谁一块，互不看见。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🏊 像公共泳池，每人游各人的。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"自动售货机"对应哪个特征？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为什么"资源池化"对厂商省钱？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看视频：《云计算有哪些基本特点》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视频号：BV1Zf4y1X7ih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视频直接讲5大特征，重点看前3个。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本地文件（U盘直播）：课时10_云计算有哪些基本特点.mp4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纸上配对：把"自动售货机 / 共用泳池 / 有网就用"连到3个特征。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自助 = 像售货机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上网就能用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资源像大池子分着用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第4章 · 云计算的特点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用3句话给同桌讲清3个特征。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本课时对应教材：第4章 云计算的特点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本课时视频：《云计算有哪些基本特点》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