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Web服务器Apache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了解Apache服务器的特点和应用场景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认识Apache的基本配置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了解虚拟主机概念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了解Apache服务器的特点和应用场景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认识Apache的基本配置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了解虚拟主机概念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你刷的网页、点的接口，背后是 Web 服务在撑着，今天看门道。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🎯Apache=餐厅大堂经理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Apache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Apache：全球使用最广泛的Web服务器软件之一，开源免费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🎯Apache=餐厅大堂经理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Apache特点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Apache特点：稳定、模块化设计、跨平台、支持多种动态语言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🎯用"餐厅分区"类比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安装与启动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安装与启动：yum install httpd / systemctl start httpd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🎯Apache=餐厅大堂经理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用自己的话，说说什么是「Apache」？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「Apache」和「Apache特点」有什么联系？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看视频时注意：Apache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①填表：Apache特点 ②排列Apache安装启动步骤 ③简答：虚拟主机有什么好处？ ④画虚拟主机原理图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Apache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Apache特点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安装与启动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整理Apache笔记；画虚拟主机工作原理图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本课时对应教材：第11章 Web服务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