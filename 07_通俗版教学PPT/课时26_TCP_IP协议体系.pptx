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TCP/IP协议体系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理解TCP/IP四层模型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了解各层主要协议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认识TCP/IP与OSI的对应关系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理解TCP/IP四层模型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了解各层主要协议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认识TCP/IP与OSI的对应关系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你点开一个网页，数据是怎么"跑"到眼前的？揭秘网络。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🎯TCP/IP=实际使用的快递系统（简化版）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TCP/IP四层模型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TCP/IP四层模型：网络接口层→网络层(IP)→传输层(TCP/UDP)→应用层(HTTP/FTP/DNS)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🎯TCP/IP=实际使用的快递系统（简化版）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与OSI对应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与OSI对应：应用层=上三层，传输层=传输层，网络层=网络层，网络接口层=下两层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🎯TCP/IP=实际使用的快递系统（简化版）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常见协议：IP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常见协议：IP(网络层)、TCP/UDP(传输层)、HTTP/HTTPS/DNS/FTP/DHCP(应用层)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🎯TCP/IP=实际使用的快递系统（简化版）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用自己的话，说说什么是「TCP/IP四层模型」？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「TCP/IP四层模型」和「与OSI对应」有什么联系？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看视频：玩转TCP/IP协议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视频号：BV1Qt4y1e7ju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看视频时注意：TCP/IP四层模型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①画图：OSI七层 vs TCP/IP四层对应关系 ②填表：各层常见协议 ③画数据封装流程图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TCP/IP四层模型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与OSI对应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常见协议：IP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整理TCP/IP各层协议表格；画出数据封装过程图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本课时对应教材：第7章 计算机网络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本课时视频：玩转TCP/IP协议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