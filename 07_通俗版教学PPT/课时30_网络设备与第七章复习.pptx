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网络设备与第七章复习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了解交换机、路由器等网络设备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复习第7章全部知识点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了解交换机、路由器等网络设备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复习第7章全部知识点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你点开一个网页，数据是怎么"跑"到眼前的？揭秘网络。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🚚 网络像快递系统，数据包是包裹，路由是分拣中心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交换机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交换机：工作在数据链路层，连接同一局域网内的设备（用MAC地址转发）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🚚 网络像快递系统，数据包是包裹，路由是分拣中心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路由器：工作在网络层，连接不同网络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路由器：工作在网络层，连接不同网络（用IP地址转发）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📮 寄信要写地址，上网要写IP，不然送不到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交换机 vs 路由器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交换机 vs 路由器：交换机=同一楼层走廊，路由器=楼与楼之间的桥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🔌 网线/WiFi像水管，带宽就是管子粗细，越粗水流越大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用自己的话，说说什么是「交换机」？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「交换机」和「路由器」有什么联系？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看视频：谢希仁计算机网络-网络设备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视频号：BV1iH4y1H7vp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看视频时注意：交换机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第7章综合测试： 20道题（10选择+5判断+5填空），覆盖OSI/TCP-IP/IP地址/TCP-UDP/应用层协议/网络设备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交换机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路由器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交换机 vs 路由器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第7章 · 计算机网络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完善思维导图；预习第8章数据库基础概念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本课时对应教材：第7章 计算机网络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本课时视频：谢希仁计算机网络-网络设备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