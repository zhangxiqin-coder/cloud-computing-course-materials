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综合复习二：网络与数据库（第7-8章）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系统复习计算机网络和数据库基础知识点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系统复习计算机网络和数据库基础知识点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全部内容串一遍，查漏补缺，准备期末大考。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第7章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第7章：OSI七层模型、TCP/IP四层模型、IP地址分类、子网掩码、TCP/UDP、HTTP/DNS/FTP/DHCP、交换机/路由器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第8章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第8章：数据库/DBMS概念、关系型数据库、表/字段/记录/主键/外键、SQL(CRUD)、WHERE/ORDER BY/GROUP BY/JOIN、E-R图、云数据库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🗺️ 总复习像画地图，标出哪座山(重点)哪条河(难点)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记住这一条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第7章：OSI七层模型、TCP/IP四层模型、IP地址分类、子网掩码、TCP/UDP、HTTP/DNS/FTP/DHCP、交换机/路由器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✅ 期末像大考前的体检，查漏补缺才放心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用自己的话，说说什么是「第7章」？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「第7章」和「第8章」有什么联系？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看视频：（见教案视频链接）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视频号：（教案未列明）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看视频时注意：第7章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复习测试二： 30道题，覆盖第7-8章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第7章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第8章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回顾本节课3个重点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完善第7-8章知识框架图；复习错题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本课时对应教材：第14章 综合复习与期末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本课时视频：（见教案视频链接）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