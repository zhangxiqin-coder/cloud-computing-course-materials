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对称加密算法（DES与AES）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理解对称加密的工作原理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了解DES和AES算法的特点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掌握对称加密的优缺点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理解对称加密的工作原理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了解DES和AES算法的特点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掌握对称加密的优缺点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🎯一把钥匙开一把锁）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对称加密原理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对称加密原理：加密和解密使用同一把密钥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🎯一把钥匙开一把锁）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DES算法：56位密钥，已被淘汰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DES算法：56位密钥，已被淘汰（暴力破解只需数小时）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🎯用"门锁"类比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AES算法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AES算法：128/192/256位密钥，当前标准，安全性高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🎯一把钥匙开一把锁）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用自己的话，说说什么是「对称加密原理」？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「对称加密原理」和「DES算法」有什么联系？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看视频时注意：对称加密原理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对比表格填写DES vs AES（密钥长度、安全等级、速度、是否淘汰）；思考题：为什么DES会被淘汰？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对称加密原理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DES算法：56位密钥，已被淘汰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AES算法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画出对称加密的加密-解密流程图；思考"密钥分发难题"有什么解决办法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