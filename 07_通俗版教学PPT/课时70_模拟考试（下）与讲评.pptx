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模拟考试（下）与讲评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完成模拟考试下半部分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讲解试卷答案，分析易错知识点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完成模拟考试下半部分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讲解试卷答案，分析易错知识点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1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全部内容串一遍，查漏补缺，准备期末大考。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🧩 复习像拼图，把零散知识点拼成一张大图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模拟试卷B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模拟试卷B：50道选择题 + 20道判断题 + 10道填空题 + 5道简答题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🧩 复习像拼图，把零散知识点拼成一张大图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覆盖第8-13章内容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覆盖第8-13章内容（数据库、虚拟化、Linux、Web服务、云平台）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🗺️ 总复习像画地图，标出哪座山(重点)哪条河(难点)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考试时间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考试时间：45分钟 + 45分钟讲评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✅ 期末像大考前的体检，查漏补缺才放心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用自己的话，说说什么是「模拟试卷B」？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「模拟试卷B」和「覆盖第8-13章内容」有什么联系？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看视频：（见教案视频链接）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视频号：（教案未列明）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看视频时注意：模拟试卷B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模拟考试B卷（闭卷，45分钟）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模拟试卷B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覆盖第8-13章内容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考试时间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全面复习错题；准备期末考试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本课时对应教材：第14章 综合复习与期末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本课时视频：（见教案视频链接）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