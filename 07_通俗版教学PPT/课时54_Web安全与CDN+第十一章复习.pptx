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Web安全与CDN + 第十一章复习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了解常见Web安全威胁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认识CDN和负载均衡的作用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复习第11章全部知识点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了解常见Web安全威胁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认识CDN和负载均衡的作用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复习第11章全部知识点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你刷的网页、点的接口，背后是 Web 服务在撑着，今天看门道。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🎯京东物流——商品提前放到各地仓库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Web安全威胁：XSS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Web安全威胁：XSS(跨站脚本)、SQL注入、CSRF(跨站请求伪造)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🎯京东物流——商品提前放到各地仓库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Web安全防护：输入验证、WAF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Web安全防护：输入验证、WAF(Web应用防火墙)、HTTPS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🎯京东物流——商品提前放到各地仓库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CDN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CDN(内容分发网络)：将内容缓存到全国各节点，用户就近访问，加速访问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🎯京东物流——商品提前放到各地仓库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用自己的话，说说什么是「Web安全威胁：XSS」？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「Web安全威胁：XSS」和「Web安全防护」有什么联系？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看视频：黑马程序员Nginx-CDN与负载均衡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视频号：BV1ov41187bq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看视频时注意：Web安全威胁：XSS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第11章综合测试： 20道题，覆盖Web服务/HTTP/Apache/Nginx/LAMP/CDN/Web安全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Web安全威胁：XSS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Web安全防护：输入验证、WAF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CDN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54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第11章 · Web服务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完善思维导图；预习第12章公有云平台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本课时对应教材：第11章 Web服务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本课时视频：黑马程序员Nginx-CDN与负载均衡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