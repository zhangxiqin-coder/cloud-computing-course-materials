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Web应用与动态网站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了解动态网站的技术架构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认识LAMP/LNMP架构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了解常见Web开发语言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了解动态网站的技术架构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认识LAMP/LNMP架构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了解常见Web开发语言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🎯LAMP=一家餐厅的完整团队（Linux=场地、Apache=大堂、MySQL=仓库、PH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动态网站架构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动态网站架构：Web服务器 + 应用服务器 + 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🎯LAMP=一家餐厅的完整团队（Linux=场地、Apache=大堂、MySQL=仓库、PH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LAMP架构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LAMP架构：Linux + Apache + MySQL + PHP（经典组合）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🎯用"餐厅团队"类比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LNMP架构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LNMP架构：Linux + Nginx + MySQL + PHP（高性能组合）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🎯LAMP=一家餐厅的完整团队（Linux=场地、Apache=大堂、MySQL=仓库、PH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用自己的话，说说什么是「动态网站架构」？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「动态网站架构」和「LAMP架构」有什么联系？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看视频：HTTP和HTTPS协议-Web架构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视频号：BV1F54y1t7Dx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看视频时注意：动态网站架构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①填表：LAMP各组件含义 ②画LAMP架构图 ③填表：前端vs后端技术 ④简答：LAMP和LNMP的区别是什么？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动态网站架构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LAMP架构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LNMP架构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画LAMP和LNMP架构对比图；整理前端和后端技术表格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本课时视频：HTTP和HTTPS协议-Web架构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