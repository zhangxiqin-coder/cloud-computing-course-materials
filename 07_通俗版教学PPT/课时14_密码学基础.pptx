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密码学基础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了解密码学发展简史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理解明文、密文、密钥、加密、解密等基本概念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认识古典密码与现代密码的区别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了解密码学发展简史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理解明文、密文、密钥、加密、解密等基本概念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79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19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认识古典密码与现代密码的区别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4067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上网存东西、传照片，真的安全吗？今天聊云世界里的"保镖"。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🎯加密=把信装进带锁箱子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密码学发展史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密码学发展史：从凯撒密码到现代密码，从手工到计算机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🎯加密=把信装进带锁箱子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基本术语：明文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基本术语：明文(Plaintext)、密文(Ciphertext)、密钥(Key)、加密(Encrypt)、解密(Decrypt)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🎯用"锁箱子"类比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古典密码：替换密码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古典密码：替换密码（凯撒密码）、置换密码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🎯加密=把信装进带锁箱子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用自己的话，说说什么是「密码学发展史」？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「密码学发展史」和「基本术语：明文」有什么联系？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看视频：武汉大学-密码学 / 密码学-信息安全全套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视频号：BV1Kt411h7nP / BV1i44y1C7rZ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看视频时注意：密码学发展史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纸面练习： 用凯撒密码（位移3位）加密一段文字"HELLO"→"KHOOR"，并解密一段密文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密码学发展史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基本术语：明文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古典密码：替换密码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默写密码学5个基本术语定义；用凯撒密码加密自己的名字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本课时对应教材：第5章 云计算安全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本课时视频：武汉大学-密码学 / 密码学-信息安全全套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