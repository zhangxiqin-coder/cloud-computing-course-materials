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私有云与混合云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分清私有云、混合云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知道各自适合什么场景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分清私有云、混合云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知道各自适合什么场景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自家打井 vs 自来水——自己家有井，就是"私有云"。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⛲ 类比：私有云 = 自家水井，混合云 = 井 + 自来水一起用。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私有云 = 一家自己建自己用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银行、政府爱用。数据不出门，安全，但要自己养机器。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🔒 自家保险箱，钥匙自己拿。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混合云 = 公有 + 私有拼着用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平时用公有云省钱，敏感数据走私有云保安全。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🏋️ 平时去健身房(公有)，贵重东西锁家里(私有)。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四种部署一句话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公有(租用) / 私有(自建) / 混合(拼接) / 社区(几家合建)。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🗺️ 先记四个名字，再看场景。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银行为什么不敢把客户数据放公有云？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"双11"大促时，混合云怎么帮你？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看视频：《淄博燃气智慧云数据中心》+《Google Cloud TPU Data Center》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视频号：BV1F14y1677t / BV14u4y1C7TG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看"智慧云"怎么把私有云用在企业里。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本地文件（U盘直播）：课时08_淄博燃气智慧云数据中心.mp4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纸上连线：把"银行 / 小创业公司 / 学校"匹配到 私有 / 公有 / 混合。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私有云 = 自家建自己用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混合云 = 公私搭配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敏感数据走私有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第3章 · 云计算的部署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画一张"四种部署"小表格（名字+一句话+例子）。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本课时对应教材：第3章 云计算的部署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本课时视频：《淄博燃气智慧云数据中心》+《Google Cloud TPU Data Center》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