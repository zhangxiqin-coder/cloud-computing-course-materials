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OpenStack架构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了解OpenStack的发展历史和定位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理解OpenStack的整体架构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认识OpenStack在私有云中的地位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了解OpenStack的发展历史和定位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理解OpenStack的整体架构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认识OpenStack在私有云中的地位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不想把数据放别人家？自己搭一个私有云，今天试试。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🎯OpenStack=物业管理公司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OpenStack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OpenStack：开源的云计算管理平台，由NASA和Rackspace发起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🎯OpenStack=物业管理公司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OpenStack定位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OpenStack定位：管理数据中心的计算/存储/网络资源，构建IaaS私有云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🎯用"物业公司"类比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OpenStack特点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OpenStack特点：开源免费、模块化、Python开发、社区活跃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🎯OpenStack=物业管理公司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用自己的话，说说什么是「OpenStack」？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「OpenStack」和「OpenStack定位」有什么联系？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看视频：OpenStack介绍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视频号：BV1hd4y137vM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看视频时注意：OpenStack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①填表：OpenStack特点 ②画OpenStack整体架构图 ③简答：OpenStack和VMware vSphere有什么区别？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OpenStack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OpenStack定位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OpenStack特点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画OpenStack架构图；整理OpenStack vs VMware对比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本课时对应教材：第13章 私有云平台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本课时视频：OpenStack介绍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