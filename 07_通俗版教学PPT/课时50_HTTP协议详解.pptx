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HTTP协议详解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理解HTTP请求和响应的结构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掌握HTTP方法和状态码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了解HTTP与HTTPS的区别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理解HTTP请求和响应的结构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掌握HTTP方法和状态码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了解HTTP与HTTPS的区别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你刷的网页、点的接口，背后是 Web 服务在撑着，今天看门道。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🍔 Web服务像餐厅前台，你点单它出餐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HTTP请求：请求行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HTTP请求：请求行(GET /index.html HTTP/1.1) + 请求头 + 请求体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🍔 Web服务像餐厅前台，你点单它出餐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HTTP方法：GET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HTTP方法：GET(获取数据)、POST(提交数据)、PUT(更新)、DELETE(删除)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🌐 浏览器像菜单，服务器像厨房，HTTP是点单话术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GET vs POST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GET vs POST：GET参数在URL中(可见/不安全/长度有限)，POST参数在请求体中(不可见/安全/无限制)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🔗 一个网址像门牌号，输入就找到那户人家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用自己的话，说说什么是「HTTP请求：请求行」？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「HTTP请求：请求行」和「HTTP方法：GET」有什么联系？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看视频：240分钟搞懂HTTP-请求响应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视频号：BV1F54y1t7Dx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看视频时注意：HTTP请求：请求行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①填表：GET vs POST对比 ②匹配状态码和含义(200/301/404/500) ③写出完整的HTTP请求格式 ④简答：为什么要用HTTPS？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HTTP请求：请求行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HTTP方法：GET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GET vs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默写5个常见HTTP状态码及含义；整理GET vs POST对比表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本课时对应教材：第11章 Web服务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本课时视频：240分钟搞懂HTTP-请求响应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