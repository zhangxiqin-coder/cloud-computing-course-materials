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发展历史与5种计算模式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能说出"从大型机到云"的经历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记住5种计算模式的名字和顺序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能说出"从大型机到云"的经历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记住5种计算模式的名字和顺序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计算机也在"减肥"：最早占满一整间房，现在装进了你的口袋。</a:t>
            </a:r>
          </a:p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云计算，是这场减肥的"终点站"。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📉 类比：从"大块头"到"小个子"， computing 越来越轻、越来越省事。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5种计算模式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大型机 → 个人电脑 → 网络计算 → 网格计算 → 云计算。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🚶 像走路变坐车再变坐高铁，一步比一步快。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核心理念：像水电一样公用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以前"买软件装自己电脑"，现在"上网直接用"。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⚡ 云是继水、电、气之后的第四种"公用设施"。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为什么叫"云"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图里画网络常画成一朵云，代表"看不见、不用管在哪"。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☁️ 你只管用电，不用管发电厂在哪。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你家里还"自己发电"吗？——那为什么计算还要"自己买服务器"？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"公用设施"是什么意思？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看视频：《云计算的发展与应用》+《云计算演变之路》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视频号：BV1bt411u72Z / BV1Uc411h7oX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看视频里计算机是怎么一步步"变小、变便宜、变公用"的。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本地文件（U盘直播）：课时02_云计算的发展与应用-鲜枣课堂.mp4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纸上游戏：把5种模式按时间顺序排一排（撕纸条或画线连箭头）。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云是计算模式演进的终点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核心理念：像水电一样公用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5种模式顺序要记牢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回家画一条"计算模式时间轴"，标出5个阶段。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本课时对应教材：第1章 云计算的简介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本课时视频：《云计算的发展与应用》+《云计算演变之路》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