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快速弹性与可计量服务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记住剩下2个特征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能说清"弹性"是什么意思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记住剩下2个特征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能说清"弹性"是什么意思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双11网站不卡，是因为云能"临时扩容"。这就是"弹性"。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🎈 类比：弹性 = 像橡皮筋，需要就拉长，不需要就收回。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特征4：快速弹性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需要时就多给资源，不需要就收回，伸缩自如。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🌊 像洪水来了加堤坝，退了就撤。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特征5：可计量服务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用了多少，按量算钱，像水电表一样清楚。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💡 像电表，用几度交几度钱。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5个特征全齐了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按需自助 + 泛在访问 + 资源池化 + 快速弹性 + 可计量。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✅ 这就是 NIST 说的"5个基本特征"。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"双11临时扩容"用的是哪个特征？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"按量付费"对应哪个特征？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看视频：《云计算的特点优势及应用领域》+《云计算关键特点》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视频号：BV1Su4y1G7sa / BV1Ae4y1Y7Hv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看视频把5个特征串起来记。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本地文件（U盘直播）：课时11_什么是云计算六分钟了解.mp4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纸上画"橡皮筋"：标出"高峰拉长 / 平时缩短"。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弹性 = 像橡皮筋伸缩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计量 = 像水电表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5个特征全齐了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把这5个特征背给家长听。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本课时对应教材：第4章 云计算的特点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本课时视频：《云计算的特点优势及应用领域》+《云计算关键特点》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